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5.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6.xml" ContentType="application/vnd.openxmlformats-officedocument.them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7.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975" r:id="rId4"/>
    <p:sldMasterId id="2147484040" r:id="rId5"/>
    <p:sldMasterId id="2147484105" r:id="rId6"/>
    <p:sldMasterId id="2147484161" r:id="rId7"/>
    <p:sldMasterId id="2147484187" r:id="rId8"/>
    <p:sldMasterId id="2147484212" r:id="rId9"/>
    <p:sldMasterId id="2147484274" r:id="rId10"/>
  </p:sldMasterIdLst>
  <p:notesMasterIdLst>
    <p:notesMasterId r:id="rId12"/>
  </p:notesMasterIdLst>
  <p:handoutMasterIdLst>
    <p:handoutMasterId r:id="rId13"/>
  </p:handoutMasterIdLst>
  <p:sldIdLst>
    <p:sldId id="2147471075" r:id="rId11"/>
  </p:sldIdLst>
  <p:sldSz cx="12192000" cy="6858000"/>
  <p:notesSz cx="7010400" cy="9296400"/>
  <p:custDataLst>
    <p:tags r:id="rId14"/>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ヒラギノ角ゴ Pro W3" panose="020B0300000000000000"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ヒラギノ角ゴ Pro W3" panose="020B0300000000000000"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ヒラギノ角ゴ Pro W3" panose="020B0300000000000000"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ヒラギノ角ゴ Pro W3" panose="020B0300000000000000"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ヒラギノ角ゴ Pro W3" panose="020B0300000000000000"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ヒラギノ角ゴ Pro W3" panose="020B0300000000000000"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ヒラギノ角ゴ Pro W3" panose="020B0300000000000000"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ヒラギノ角ゴ Pro W3" panose="020B0300000000000000"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ヒラギノ角ゴ Pro W3" panose="020B0300000000000000" pitchFamily="34"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2BB71E-5C89-39DC-1F67-D31352DA009D}" name="Wischnowsky,John J" initials="WJ" userId="S::p172221@edwardjones.com::f174eede-50bb-492f-bd1d-5d591e83bc81" providerId="AD"/>
  <p188:author id="{B7EBB5C6-8332-54EA-BCBE-362016E1107E}" name="Goudy,Christopher D" initials="GD" userId="S::p214842@edwardjones.com::7eb79039-86d0-45c3-9b9e-7284dbb59d2d" providerId="AD"/>
  <p188:author id="{E4C928D3-92CD-FF3B-F65C-C0E07E7ABC11}" name="Alayo,Jose L" initials="AL" userId="S::p214770@edwardjones.com::dc6401a5-66b8-4085-b3bc-19788a77302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ggio, Nicole" initials="MN" lastIdx="15" clrIdx="0">
    <p:extLst>
      <p:ext uri="{19B8F6BF-5375-455C-9EA6-DF929625EA0E}">
        <p15:presenceInfo xmlns:p15="http://schemas.microsoft.com/office/powerpoint/2012/main" userId="S-1-5-21-1707218368-1620340488-56781596-156234" providerId="AD"/>
      </p:ext>
    </p:extLst>
  </p:cmAuthor>
  <p:cmAuthor id="2" name="Lin, Sean" initials="LS" lastIdx="3" clrIdx="1">
    <p:extLst>
      <p:ext uri="{19B8F6BF-5375-455C-9EA6-DF929625EA0E}">
        <p15:presenceInfo xmlns:p15="http://schemas.microsoft.com/office/powerpoint/2012/main" userId="S::seanlin@deloitte.com::e2a587f2-44b9-4292-9a7f-51743f20f6fd" providerId="AD"/>
      </p:ext>
    </p:extLst>
  </p:cmAuthor>
  <p:cmAuthor id="3" name="Donato, Kara" initials="DK" lastIdx="27" clrIdx="2">
    <p:extLst>
      <p:ext uri="{19B8F6BF-5375-455C-9EA6-DF929625EA0E}">
        <p15:presenceInfo xmlns:p15="http://schemas.microsoft.com/office/powerpoint/2012/main" userId="S::kdonato@deloitte.com::6603baa2-1065-450e-a162-fb0e74ffaf20" providerId="AD"/>
      </p:ext>
    </p:extLst>
  </p:cmAuthor>
  <p:cmAuthor id="4" name="Steve Corman" initials="SC" lastIdx="3" clrIdx="3">
    <p:extLst>
      <p:ext uri="{19B8F6BF-5375-455C-9EA6-DF929625EA0E}">
        <p15:presenceInfo xmlns:p15="http://schemas.microsoft.com/office/powerpoint/2012/main" userId="Steve Corman" providerId="None"/>
      </p:ext>
    </p:extLst>
  </p:cmAuthor>
  <p:cmAuthor id="5" name="Ganagoni, Susmitha" initials="GS" lastIdx="4" clrIdx="4">
    <p:extLst>
      <p:ext uri="{19B8F6BF-5375-455C-9EA6-DF929625EA0E}">
        <p15:presenceInfo xmlns:p15="http://schemas.microsoft.com/office/powerpoint/2012/main" userId="S::sganagoni@deloitte.com::2ef4a2bc-eb4a-47fe-b4f2-86d29c55dfac" providerId="AD"/>
      </p:ext>
    </p:extLst>
  </p:cmAuthor>
  <p:cmAuthor id="6" name="Hillas, Steve" initials="HS" lastIdx="24" clrIdx="5">
    <p:extLst>
      <p:ext uri="{19B8F6BF-5375-455C-9EA6-DF929625EA0E}">
        <p15:presenceInfo xmlns:p15="http://schemas.microsoft.com/office/powerpoint/2012/main" userId="S::shillas@deloitte.com::77339c60-1d35-4668-9815-78ed370de5f3" providerId="AD"/>
      </p:ext>
    </p:extLst>
  </p:cmAuthor>
  <p:cmAuthor id="7" name="Gaudreau, Mike" initials="GM" lastIdx="2" clrIdx="6">
    <p:extLst>
      <p:ext uri="{19B8F6BF-5375-455C-9EA6-DF929625EA0E}">
        <p15:presenceInfo xmlns:p15="http://schemas.microsoft.com/office/powerpoint/2012/main" userId="S::mgaudreau@deloitte.com::a9138705-f17f-412e-afc4-e4cf0e74525b" providerId="AD"/>
      </p:ext>
    </p:extLst>
  </p:cmAuthor>
  <p:cmAuthor id="8" name="Greenough, Amanda (US - New York)" initials="GA(-NY" lastIdx="15" clrIdx="7">
    <p:extLst>
      <p:ext uri="{19B8F6BF-5375-455C-9EA6-DF929625EA0E}">
        <p15:presenceInfo xmlns:p15="http://schemas.microsoft.com/office/powerpoint/2012/main" userId="Greenough, Amanda (US - New York)" providerId="None"/>
      </p:ext>
    </p:extLst>
  </p:cmAuthor>
  <p:cmAuthor id="9" name="Meyer,Jonathan" initials="M" lastIdx="35" clrIdx="8">
    <p:extLst>
      <p:ext uri="{19B8F6BF-5375-455C-9EA6-DF929625EA0E}">
        <p15:presenceInfo xmlns:p15="http://schemas.microsoft.com/office/powerpoint/2012/main" userId="S::p205368@edwardjones.com::f6719924-058f-4db7-bde6-7eedc2b96183" providerId="AD"/>
      </p:ext>
    </p:extLst>
  </p:cmAuthor>
  <p:cmAuthor id="10" name="Cusick,Brian T" initials="CT" lastIdx="1" clrIdx="9">
    <p:extLst>
      <p:ext uri="{19B8F6BF-5375-455C-9EA6-DF929625EA0E}">
        <p15:presenceInfo xmlns:p15="http://schemas.microsoft.com/office/powerpoint/2012/main" userId="S::p212111@edwardjones.com::4f8860c1-8c16-47fa-b5e0-0578ca8566e6" providerId="AD"/>
      </p:ext>
    </p:extLst>
  </p:cmAuthor>
  <p:cmAuthor id="11" name="Knutson,Cole A" initials="CK" lastIdx="1" clrIdx="10">
    <p:extLst>
      <p:ext uri="{19B8F6BF-5375-455C-9EA6-DF929625EA0E}">
        <p15:presenceInfo xmlns:p15="http://schemas.microsoft.com/office/powerpoint/2012/main" userId="Knutson,Cole A" providerId="None"/>
      </p:ext>
    </p:extLst>
  </p:cmAuthor>
  <p:cmAuthor id="12" name="Barbaro, Chris" initials="BC" lastIdx="68" clrIdx="11">
    <p:extLst>
      <p:ext uri="{19B8F6BF-5375-455C-9EA6-DF929625EA0E}">
        <p15:presenceInfo xmlns:p15="http://schemas.microsoft.com/office/powerpoint/2012/main" userId="S::chbarbaro@deloitte.com::e473d2c5-8823-4fed-862f-e0ea964adc5d" providerId="AD"/>
      </p:ext>
    </p:extLst>
  </p:cmAuthor>
  <p:cmAuthor id="13" name="Sommerfeld, Chris" initials="SC" lastIdx="1" clrIdx="12">
    <p:extLst>
      <p:ext uri="{19B8F6BF-5375-455C-9EA6-DF929625EA0E}">
        <p15:presenceInfo xmlns:p15="http://schemas.microsoft.com/office/powerpoint/2012/main" userId="S::chsommerfeld@deloitte.com::5e277a1a-7c01-42b5-8a79-143f167c20d1" providerId="AD"/>
      </p:ext>
    </p:extLst>
  </p:cmAuthor>
  <p:cmAuthor id="14" name="Drake,Patrick T" initials="DT" lastIdx="17" clrIdx="13">
    <p:extLst>
      <p:ext uri="{19B8F6BF-5375-455C-9EA6-DF929625EA0E}">
        <p15:presenceInfo xmlns:p15="http://schemas.microsoft.com/office/powerpoint/2012/main" userId="S::p197984@edwardjones.com::a5d051cd-3ca6-456d-b5bf-a0558f26d6f2" providerId="AD"/>
      </p:ext>
    </p:extLst>
  </p:cmAuthor>
  <p:cmAuthor id="15" name="Sood,Raymond R" initials="SR" lastIdx="3" clrIdx="14">
    <p:extLst>
      <p:ext uri="{19B8F6BF-5375-455C-9EA6-DF929625EA0E}">
        <p15:presenceInfo xmlns:p15="http://schemas.microsoft.com/office/powerpoint/2012/main" userId="S::p214810@edwardjones.com::02628474-2cc8-4888-9dbd-6e4747043723" providerId="AD"/>
      </p:ext>
    </p:extLst>
  </p:cmAuthor>
  <p:cmAuthor id="16" name="Leahy, John" initials="LJ" lastIdx="1" clrIdx="15">
    <p:extLst>
      <p:ext uri="{19B8F6BF-5375-455C-9EA6-DF929625EA0E}">
        <p15:presenceInfo xmlns:p15="http://schemas.microsoft.com/office/powerpoint/2012/main" userId="S::johleahy@deloitte.com::9b475682-ffca-417c-a4f4-88207a5d92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EF"/>
    <a:srgbClr val="66FF33"/>
    <a:srgbClr val="FAD141"/>
    <a:srgbClr val="F2F2F2"/>
    <a:srgbClr val="8C8F94"/>
    <a:srgbClr val="00CC66"/>
    <a:srgbClr val="4F5155"/>
    <a:srgbClr val="E6B506"/>
    <a:srgbClr val="4897C3"/>
    <a:srgbClr val="98C0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5E9AE1-2891-41B6-8163-94560A67D511}" v="2" dt="2024-02-15T09:37:34.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9"/>
  </p:normalViewPr>
  <p:slideViewPr>
    <p:cSldViewPr snapToGrid="0">
      <p:cViewPr varScale="1">
        <p:scale>
          <a:sx n="78" d="100"/>
          <a:sy n="78" d="100"/>
        </p:scale>
        <p:origin x="850" y="62"/>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tags" Target="tags/tag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itKumar Solanki, Kalpesh" userId="ecb76ce3-6aba-44ad-beab-50e8e518fb5f" providerId="ADAL" clId="{C75E9AE1-2891-41B6-8163-94560A67D511}"/>
    <pc:docChg chg="undo custSel modSld">
      <pc:chgData name="LalitKumar Solanki, Kalpesh" userId="ecb76ce3-6aba-44ad-beab-50e8e518fb5f" providerId="ADAL" clId="{C75E9AE1-2891-41B6-8163-94560A67D511}" dt="2024-02-15T09:36:59.739" v="504" actId="20577"/>
      <pc:docMkLst>
        <pc:docMk/>
      </pc:docMkLst>
      <pc:sldChg chg="addSp delSp modSp mod">
        <pc:chgData name="LalitKumar Solanki, Kalpesh" userId="ecb76ce3-6aba-44ad-beab-50e8e518fb5f" providerId="ADAL" clId="{C75E9AE1-2891-41B6-8163-94560A67D511}" dt="2024-02-15T09:36:59.739" v="504" actId="20577"/>
        <pc:sldMkLst>
          <pc:docMk/>
          <pc:sldMk cId="105207105" sldId="2147471075"/>
        </pc:sldMkLst>
        <pc:spChg chg="mod">
          <ac:chgData name="LalitKumar Solanki, Kalpesh" userId="ecb76ce3-6aba-44ad-beab-50e8e518fb5f" providerId="ADAL" clId="{C75E9AE1-2891-41B6-8163-94560A67D511}" dt="2024-02-15T08:05:48.700" v="427" actId="20577"/>
          <ac:spMkLst>
            <pc:docMk/>
            <pc:sldMk cId="105207105" sldId="2147471075"/>
            <ac:spMk id="4" creationId="{D6957FBD-61FA-97E7-A0AC-5A6AA94AFCD0}"/>
          </ac:spMkLst>
        </pc:spChg>
        <pc:spChg chg="mod">
          <ac:chgData name="LalitKumar Solanki, Kalpesh" userId="ecb76ce3-6aba-44ad-beab-50e8e518fb5f" providerId="ADAL" clId="{C75E9AE1-2891-41B6-8163-94560A67D511}" dt="2024-02-15T09:36:34.188" v="479" actId="20577"/>
          <ac:spMkLst>
            <pc:docMk/>
            <pc:sldMk cId="105207105" sldId="2147471075"/>
            <ac:spMk id="6" creationId="{DF790B30-7F88-472B-9C3E-9CC2A666129F}"/>
          </ac:spMkLst>
        </pc:spChg>
        <pc:spChg chg="mod">
          <ac:chgData name="LalitKumar Solanki, Kalpesh" userId="ecb76ce3-6aba-44ad-beab-50e8e518fb5f" providerId="ADAL" clId="{C75E9AE1-2891-41B6-8163-94560A67D511}" dt="2024-02-15T09:36:59.739" v="504" actId="20577"/>
          <ac:spMkLst>
            <pc:docMk/>
            <pc:sldMk cId="105207105" sldId="2147471075"/>
            <ac:spMk id="11" creationId="{CAFC20AD-4C0E-4E9F-8190-D34CFAECCB7C}"/>
          </ac:spMkLst>
        </pc:spChg>
        <pc:spChg chg="del mod">
          <ac:chgData name="LalitKumar Solanki, Kalpesh" userId="ecb76ce3-6aba-44ad-beab-50e8e518fb5f" providerId="ADAL" clId="{C75E9AE1-2891-41B6-8163-94560A67D511}" dt="2024-02-15T07:49:17.718" v="14" actId="478"/>
          <ac:spMkLst>
            <pc:docMk/>
            <pc:sldMk cId="105207105" sldId="2147471075"/>
            <ac:spMk id="13" creationId="{3EE7AC10-B244-35A9-8F74-64F215F99B40}"/>
          </ac:spMkLst>
        </pc:spChg>
        <pc:spChg chg="add del">
          <ac:chgData name="LalitKumar Solanki, Kalpesh" userId="ecb76ce3-6aba-44ad-beab-50e8e518fb5f" providerId="ADAL" clId="{C75E9AE1-2891-41B6-8163-94560A67D511}" dt="2024-02-15T08:00:24.799" v="118" actId="22"/>
          <ac:spMkLst>
            <pc:docMk/>
            <pc:sldMk cId="105207105" sldId="2147471075"/>
            <ac:spMk id="15" creationId="{E10117F3-0A61-F51B-6DD8-09E6778C61C7}"/>
          </ac:spMkLst>
        </pc:spChg>
        <pc:spChg chg="add del">
          <ac:chgData name="LalitKumar Solanki, Kalpesh" userId="ecb76ce3-6aba-44ad-beab-50e8e518fb5f" providerId="ADAL" clId="{C75E9AE1-2891-41B6-8163-94560A67D511}" dt="2024-02-15T08:00:30.275" v="120" actId="22"/>
          <ac:spMkLst>
            <pc:docMk/>
            <pc:sldMk cId="105207105" sldId="2147471075"/>
            <ac:spMk id="17" creationId="{B890EA6E-5CA1-FC3F-000C-F095A14191FB}"/>
          </ac:spMkLst>
        </pc:spChg>
        <pc:spChg chg="add mod">
          <ac:chgData name="LalitKumar Solanki, Kalpesh" userId="ecb76ce3-6aba-44ad-beab-50e8e518fb5f" providerId="ADAL" clId="{C75E9AE1-2891-41B6-8163-94560A67D511}" dt="2024-02-15T08:04:48.336" v="365" actId="20577"/>
          <ac:spMkLst>
            <pc:docMk/>
            <pc:sldMk cId="105207105" sldId="2147471075"/>
            <ac:spMk id="19" creationId="{81F75637-58B2-4C99-2C34-72B5EB629A30}"/>
          </ac:spMkLst>
        </pc:spChg>
        <pc:spChg chg="mod">
          <ac:chgData name="LalitKumar Solanki, Kalpesh" userId="ecb76ce3-6aba-44ad-beab-50e8e518fb5f" providerId="ADAL" clId="{C75E9AE1-2891-41B6-8163-94560A67D511}" dt="2024-02-15T09:34:08.320" v="449" actId="20577"/>
          <ac:spMkLst>
            <pc:docMk/>
            <pc:sldMk cId="105207105" sldId="2147471075"/>
            <ac:spMk id="27" creationId="{0C1EBF01-C568-4F85-BEBC-7D890C2B39C3}"/>
          </ac:spMkLst>
        </pc:spChg>
        <pc:spChg chg="mod">
          <ac:chgData name="LalitKumar Solanki, Kalpesh" userId="ecb76ce3-6aba-44ad-beab-50e8e518fb5f" providerId="ADAL" clId="{C75E9AE1-2891-41B6-8163-94560A67D511}" dt="2024-02-15T07:47:14.511" v="11" actId="20577"/>
          <ac:spMkLst>
            <pc:docMk/>
            <pc:sldMk cId="105207105" sldId="2147471075"/>
            <ac:spMk id="42" creationId="{4B970187-F41D-4C1A-8D08-371C76FCB9EE}"/>
          </ac:spMkLst>
        </pc:spChg>
        <pc:spChg chg="mod">
          <ac:chgData name="LalitKumar Solanki, Kalpesh" userId="ecb76ce3-6aba-44ad-beab-50e8e518fb5f" providerId="ADAL" clId="{C75E9AE1-2891-41B6-8163-94560A67D511}" dt="2024-02-15T08:00:37.038" v="121"/>
          <ac:spMkLst>
            <pc:docMk/>
            <pc:sldMk cId="105207105" sldId="2147471075"/>
            <ac:spMk id="49" creationId="{792E8D2E-89ED-4A50-8542-1136F3B2B353}"/>
          </ac:spMkLst>
        </pc:spChg>
        <pc:spChg chg="mod">
          <ac:chgData name="LalitKumar Solanki, Kalpesh" userId="ecb76ce3-6aba-44ad-beab-50e8e518fb5f" providerId="ADAL" clId="{C75E9AE1-2891-41B6-8163-94560A67D511}" dt="2024-02-15T08:04:14.696" v="361" actId="1076"/>
          <ac:spMkLst>
            <pc:docMk/>
            <pc:sldMk cId="105207105" sldId="2147471075"/>
            <ac:spMk id="51" creationId="{066AE8AA-C0AA-4BAB-8D36-AF457592520C}"/>
          </ac:spMkLst>
        </pc:spChg>
        <pc:cxnChg chg="del">
          <ac:chgData name="LalitKumar Solanki, Kalpesh" userId="ecb76ce3-6aba-44ad-beab-50e8e518fb5f" providerId="ADAL" clId="{C75E9AE1-2891-41B6-8163-94560A67D511}" dt="2024-02-15T07:49:20.547" v="15" actId="478"/>
          <ac:cxnSpMkLst>
            <pc:docMk/>
            <pc:sldMk cId="105207105" sldId="2147471075"/>
            <ac:cxnSpMk id="5" creationId="{7D0CB506-553A-1536-59AF-6BD7A0F04D51}"/>
          </ac:cxnSpMkLst>
        </pc:cxnChg>
        <pc:cxnChg chg="mod">
          <ac:chgData name="LalitKumar Solanki, Kalpesh" userId="ecb76ce3-6aba-44ad-beab-50e8e518fb5f" providerId="ADAL" clId="{C75E9AE1-2891-41B6-8163-94560A67D511}" dt="2024-02-15T07:59:58.233" v="115" actId="1076"/>
          <ac:cxnSpMkLst>
            <pc:docMk/>
            <pc:sldMk cId="105207105" sldId="2147471075"/>
            <ac:cxnSpMk id="50" creationId="{1285B55B-6E46-400B-8BE8-B1B07C613EEA}"/>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1B04E7-DAB0-8943-9F76-89C5344230A6}"/>
              </a:ext>
            </a:extLst>
          </p:cNvPr>
          <p:cNvSpPr>
            <a:spLocks noGrp="1"/>
          </p:cNvSpPr>
          <p:nvPr>
            <p:ph type="hdr" sz="quarter"/>
          </p:nvPr>
        </p:nvSpPr>
        <p:spPr>
          <a:xfrm>
            <a:off x="0" y="2"/>
            <a:ext cx="3037840" cy="466972"/>
          </a:xfrm>
          <a:prstGeom prst="rect">
            <a:avLst/>
          </a:prstGeom>
        </p:spPr>
        <p:txBody>
          <a:bodyPr vert="horz" wrap="square" lIns="93177" tIns="46589" rIns="93177" bIns="46589" numCol="1" anchor="t" anchorCtr="0" compatLnSpc="1">
            <a:prstTxWarp prst="textNoShape">
              <a:avLst/>
            </a:prstTxWarp>
          </a:bodyPr>
          <a:lstStyle>
            <a:lvl1pPr>
              <a:defRPr sz="1200">
                <a:latin typeface="Arial Regular" charset="0"/>
              </a:defRPr>
            </a:lvl1pPr>
          </a:lstStyle>
          <a:p>
            <a:endParaRPr lang="en-US" altLang="en-US">
              <a:latin typeface="Montserrat Regular" pitchFamily="2" charset="77"/>
            </a:endParaRPr>
          </a:p>
        </p:txBody>
      </p:sp>
      <p:sp>
        <p:nvSpPr>
          <p:cNvPr id="3" name="Date Placeholder 2">
            <a:extLst>
              <a:ext uri="{FF2B5EF4-FFF2-40B4-BE49-F238E27FC236}">
                <a16:creationId xmlns:a16="http://schemas.microsoft.com/office/drawing/2014/main" id="{AFFBBA97-E85C-D040-A020-BA6796CB4C77}"/>
              </a:ext>
            </a:extLst>
          </p:cNvPr>
          <p:cNvSpPr>
            <a:spLocks noGrp="1"/>
          </p:cNvSpPr>
          <p:nvPr>
            <p:ph type="dt" sz="quarter" idx="1"/>
          </p:nvPr>
        </p:nvSpPr>
        <p:spPr>
          <a:xfrm>
            <a:off x="3971344" y="2"/>
            <a:ext cx="3037840" cy="466972"/>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Regular" charset="0"/>
              </a:defRPr>
            </a:lvl1pPr>
          </a:lstStyle>
          <a:p>
            <a:fld id="{4E9FCD0A-EB6B-C845-8981-9CFEC63F5B71}" type="datetime1">
              <a:rPr lang="en-US" altLang="en-US">
                <a:latin typeface="Montserrat Regular" pitchFamily="2" charset="77"/>
              </a:rPr>
              <a:pPr/>
              <a:t>12/3/2025</a:t>
            </a:fld>
            <a:endParaRPr lang="en-US" altLang="en-US">
              <a:latin typeface="Montserrat Regular" pitchFamily="2" charset="77"/>
            </a:endParaRPr>
          </a:p>
        </p:txBody>
      </p:sp>
      <p:sp>
        <p:nvSpPr>
          <p:cNvPr id="4" name="Footer Placeholder 3">
            <a:extLst>
              <a:ext uri="{FF2B5EF4-FFF2-40B4-BE49-F238E27FC236}">
                <a16:creationId xmlns:a16="http://schemas.microsoft.com/office/drawing/2014/main" id="{24540EC2-C9E1-0F42-B9B1-3F2AFCC19AAF}"/>
              </a:ext>
            </a:extLst>
          </p:cNvPr>
          <p:cNvSpPr>
            <a:spLocks noGrp="1"/>
          </p:cNvSpPr>
          <p:nvPr>
            <p:ph type="ftr" sz="quarter" idx="2"/>
          </p:nvPr>
        </p:nvSpPr>
        <p:spPr>
          <a:xfrm>
            <a:off x="0" y="8829429"/>
            <a:ext cx="3037840" cy="466971"/>
          </a:xfrm>
          <a:prstGeom prst="rect">
            <a:avLst/>
          </a:prstGeom>
        </p:spPr>
        <p:txBody>
          <a:bodyPr vert="horz" wrap="square" lIns="93177" tIns="46589" rIns="93177" bIns="46589" numCol="1" anchor="b" anchorCtr="0" compatLnSpc="1">
            <a:prstTxWarp prst="textNoShape">
              <a:avLst/>
            </a:prstTxWarp>
          </a:bodyPr>
          <a:lstStyle>
            <a:lvl1pPr>
              <a:defRPr sz="1200">
                <a:latin typeface="Arial Regular" charset="0"/>
              </a:defRPr>
            </a:lvl1pPr>
          </a:lstStyle>
          <a:p>
            <a:endParaRPr lang="en-US" altLang="en-US">
              <a:latin typeface="Montserrat Regular" pitchFamily="2" charset="77"/>
            </a:endParaRPr>
          </a:p>
        </p:txBody>
      </p:sp>
      <p:sp>
        <p:nvSpPr>
          <p:cNvPr id="5" name="Slide Number Placeholder 4">
            <a:extLst>
              <a:ext uri="{FF2B5EF4-FFF2-40B4-BE49-F238E27FC236}">
                <a16:creationId xmlns:a16="http://schemas.microsoft.com/office/drawing/2014/main" id="{E603D2CB-18CD-C04A-9E5A-9F67D2E4F6E9}"/>
              </a:ext>
            </a:extLst>
          </p:cNvPr>
          <p:cNvSpPr>
            <a:spLocks noGrp="1"/>
          </p:cNvSpPr>
          <p:nvPr>
            <p:ph type="sldNum" sz="quarter" idx="3"/>
          </p:nvPr>
        </p:nvSpPr>
        <p:spPr>
          <a:xfrm>
            <a:off x="3971344" y="8829429"/>
            <a:ext cx="3037840" cy="466971"/>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Regular" charset="0"/>
              </a:defRPr>
            </a:lvl1pPr>
          </a:lstStyle>
          <a:p>
            <a:fld id="{B6C90F30-F159-5946-A7E2-8797D2AD09D8}" type="slidenum">
              <a:rPr lang="en-US" altLang="en-US">
                <a:latin typeface="Montserrat Regular" pitchFamily="2" charset="77"/>
              </a:rPr>
              <a:pPr/>
              <a:t>‹#›</a:t>
            </a:fld>
            <a:endParaRPr lang="en-US" altLang="en-US">
              <a:latin typeface="Montserrat Regular" pitchFamily="2" charset="77"/>
            </a:endParaRPr>
          </a:p>
        </p:txBody>
      </p:sp>
    </p:spTree>
    <p:extLst>
      <p:ext uri="{BB962C8B-B14F-4D97-AF65-F5344CB8AC3E}">
        <p14:creationId xmlns:p14="http://schemas.microsoft.com/office/powerpoint/2010/main" val="3361240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6B4EFD-7FE3-E34F-A632-1A34CB98BAC1}"/>
              </a:ext>
            </a:extLst>
          </p:cNvPr>
          <p:cNvSpPr>
            <a:spLocks noGrp="1"/>
          </p:cNvSpPr>
          <p:nvPr>
            <p:ph type="hdr" sz="quarter"/>
          </p:nvPr>
        </p:nvSpPr>
        <p:spPr>
          <a:xfrm>
            <a:off x="0" y="2"/>
            <a:ext cx="3037840" cy="466972"/>
          </a:xfrm>
          <a:prstGeom prst="rect">
            <a:avLst/>
          </a:prstGeom>
        </p:spPr>
        <p:txBody>
          <a:bodyPr vert="horz" wrap="square" lIns="93177" tIns="46589" rIns="93177" bIns="46589" numCol="1" anchor="t" anchorCtr="0" compatLnSpc="1">
            <a:prstTxWarp prst="textNoShape">
              <a:avLst/>
            </a:prstTxWarp>
          </a:bodyPr>
          <a:lstStyle>
            <a:lvl1pPr>
              <a:defRPr sz="1200" b="0" i="0">
                <a:latin typeface="Montserrat Regular" pitchFamily="2" charset="77"/>
              </a:defRPr>
            </a:lvl1pPr>
          </a:lstStyle>
          <a:p>
            <a:endParaRPr lang="en-US" altLang="en-US"/>
          </a:p>
        </p:txBody>
      </p:sp>
      <p:sp>
        <p:nvSpPr>
          <p:cNvPr id="3" name="Date Placeholder 2">
            <a:extLst>
              <a:ext uri="{FF2B5EF4-FFF2-40B4-BE49-F238E27FC236}">
                <a16:creationId xmlns:a16="http://schemas.microsoft.com/office/drawing/2014/main" id="{31709009-D044-DE4E-A088-8DE6A70A5355}"/>
              </a:ext>
            </a:extLst>
          </p:cNvPr>
          <p:cNvSpPr>
            <a:spLocks noGrp="1"/>
          </p:cNvSpPr>
          <p:nvPr>
            <p:ph type="dt" idx="1"/>
          </p:nvPr>
        </p:nvSpPr>
        <p:spPr>
          <a:xfrm>
            <a:off x="3971344" y="2"/>
            <a:ext cx="3037840" cy="466972"/>
          </a:xfrm>
          <a:prstGeom prst="rect">
            <a:avLst/>
          </a:prstGeom>
        </p:spPr>
        <p:txBody>
          <a:bodyPr vert="horz" wrap="square" lIns="93177" tIns="46589" rIns="93177" bIns="46589" numCol="1" anchor="t" anchorCtr="0" compatLnSpc="1">
            <a:prstTxWarp prst="textNoShape">
              <a:avLst/>
            </a:prstTxWarp>
          </a:bodyPr>
          <a:lstStyle>
            <a:lvl1pPr algn="r">
              <a:defRPr sz="1200" b="0" i="0">
                <a:latin typeface="Montserrat Regular" pitchFamily="2" charset="77"/>
              </a:defRPr>
            </a:lvl1pPr>
          </a:lstStyle>
          <a:p>
            <a:fld id="{EAAAC823-FEDC-A442-8535-BB538D94274B}" type="datetime1">
              <a:rPr lang="en-US" altLang="en-US" smtClean="0"/>
              <a:pPr/>
              <a:t>12/3/2025</a:t>
            </a:fld>
            <a:endParaRPr lang="en-US" altLang="en-US"/>
          </a:p>
        </p:txBody>
      </p:sp>
      <p:sp>
        <p:nvSpPr>
          <p:cNvPr id="4" name="Slide Image Placeholder 3">
            <a:extLst>
              <a:ext uri="{FF2B5EF4-FFF2-40B4-BE49-F238E27FC236}">
                <a16:creationId xmlns:a16="http://schemas.microsoft.com/office/drawing/2014/main" id="{8E08B2EC-9238-924F-9623-5177EAA424E0}"/>
              </a:ext>
            </a:extLst>
          </p:cNvPr>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wrap="square" lIns="93177" tIns="46589" rIns="93177" bIns="46589" numCol="1" anchor="ctr" anchorCtr="0" compatLnSpc="1">
            <a:prstTxWarp prst="textNoShape">
              <a:avLst/>
            </a:prstTxWarp>
          </a:bodyPr>
          <a:lstStyle/>
          <a:p>
            <a:pPr lvl="0"/>
            <a:endParaRPr lang="en-US" altLang="en-US"/>
          </a:p>
        </p:txBody>
      </p:sp>
      <p:sp>
        <p:nvSpPr>
          <p:cNvPr id="5" name="Notes Placeholder 4">
            <a:extLst>
              <a:ext uri="{FF2B5EF4-FFF2-40B4-BE49-F238E27FC236}">
                <a16:creationId xmlns:a16="http://schemas.microsoft.com/office/drawing/2014/main" id="{A9677D7C-B5D5-7B4D-9F2D-1E693F253C2C}"/>
              </a:ext>
            </a:extLst>
          </p:cNvPr>
          <p:cNvSpPr>
            <a:spLocks noGrp="1"/>
          </p:cNvSpPr>
          <p:nvPr>
            <p:ph type="body" sz="quarter" idx="3"/>
          </p:nvPr>
        </p:nvSpPr>
        <p:spPr>
          <a:xfrm>
            <a:off x="1927860" y="4473894"/>
            <a:ext cx="3154680" cy="3660456"/>
          </a:xfrm>
          <a:prstGeom prst="rect">
            <a:avLst/>
          </a:prstGeom>
        </p:spPr>
        <p:txBody>
          <a:bodyPr vert="horz" wrap="square" lIns="93177" tIns="46589" rIns="93177" bIns="46589"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Footer Placeholder 5">
            <a:extLst>
              <a:ext uri="{FF2B5EF4-FFF2-40B4-BE49-F238E27FC236}">
                <a16:creationId xmlns:a16="http://schemas.microsoft.com/office/drawing/2014/main" id="{63692BF6-B44F-B84C-8CCC-09660AA9F558}"/>
              </a:ext>
            </a:extLst>
          </p:cNvPr>
          <p:cNvSpPr>
            <a:spLocks noGrp="1"/>
          </p:cNvSpPr>
          <p:nvPr>
            <p:ph type="ftr" sz="quarter" idx="4"/>
          </p:nvPr>
        </p:nvSpPr>
        <p:spPr>
          <a:xfrm>
            <a:off x="0" y="8829429"/>
            <a:ext cx="3037840" cy="466971"/>
          </a:xfrm>
          <a:prstGeom prst="rect">
            <a:avLst/>
          </a:prstGeom>
        </p:spPr>
        <p:txBody>
          <a:bodyPr vert="horz" wrap="square" lIns="93177" tIns="46589" rIns="93177" bIns="46589" numCol="1" anchor="b" anchorCtr="0" compatLnSpc="1">
            <a:prstTxWarp prst="textNoShape">
              <a:avLst/>
            </a:prstTxWarp>
          </a:bodyPr>
          <a:lstStyle>
            <a:lvl1pPr>
              <a:defRPr sz="1200" b="0" i="0">
                <a:latin typeface="Montserrat Regular" pitchFamily="2" charset="77"/>
              </a:defRPr>
            </a:lvl1pPr>
          </a:lstStyle>
          <a:p>
            <a:endParaRPr lang="en-US" altLang="en-US"/>
          </a:p>
        </p:txBody>
      </p:sp>
      <p:sp>
        <p:nvSpPr>
          <p:cNvPr id="7" name="Slide Number Placeholder 6">
            <a:extLst>
              <a:ext uri="{FF2B5EF4-FFF2-40B4-BE49-F238E27FC236}">
                <a16:creationId xmlns:a16="http://schemas.microsoft.com/office/drawing/2014/main" id="{327213EB-A58E-5B42-BB28-CD0C4BDA2936}"/>
              </a:ext>
            </a:extLst>
          </p:cNvPr>
          <p:cNvSpPr>
            <a:spLocks noGrp="1"/>
          </p:cNvSpPr>
          <p:nvPr>
            <p:ph type="sldNum" sz="quarter" idx="5"/>
          </p:nvPr>
        </p:nvSpPr>
        <p:spPr>
          <a:xfrm>
            <a:off x="3971344" y="8829429"/>
            <a:ext cx="3037840" cy="466971"/>
          </a:xfrm>
          <a:prstGeom prst="rect">
            <a:avLst/>
          </a:prstGeom>
        </p:spPr>
        <p:txBody>
          <a:bodyPr vert="horz" wrap="square" lIns="93177" tIns="46589" rIns="93177" bIns="46589" numCol="1" anchor="b" anchorCtr="0" compatLnSpc="1">
            <a:prstTxWarp prst="textNoShape">
              <a:avLst/>
            </a:prstTxWarp>
          </a:bodyPr>
          <a:lstStyle>
            <a:lvl1pPr algn="r">
              <a:defRPr sz="1200" b="0" i="0">
                <a:latin typeface="Montserrat Regular" pitchFamily="2" charset="77"/>
              </a:defRPr>
            </a:lvl1pPr>
          </a:lstStyle>
          <a:p>
            <a:fld id="{ABAB42EC-5C55-5445-B89F-148FD1FE767E}" type="slidenum">
              <a:rPr lang="en-US" altLang="en-US" smtClean="0"/>
              <a:pPr/>
              <a:t>‹#›</a:t>
            </a:fld>
            <a:endParaRPr lang="en-US" altLang="en-US"/>
          </a:p>
        </p:txBody>
      </p:sp>
    </p:spTree>
    <p:extLst>
      <p:ext uri="{BB962C8B-B14F-4D97-AF65-F5344CB8AC3E}">
        <p14:creationId xmlns:p14="http://schemas.microsoft.com/office/powerpoint/2010/main" val="235567287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400" b="0" i="0" kern="1200">
        <a:solidFill>
          <a:schemeClr val="tx1"/>
        </a:solidFill>
        <a:latin typeface="Montserrat Regular" pitchFamily="2" charset="77"/>
        <a:ea typeface="ヒラギノ角ゴ Pro W3" panose="020B0300000000000000" pitchFamily="34" charset="-128"/>
        <a:cs typeface="+mn-cs"/>
      </a:defRPr>
    </a:lvl1pPr>
    <a:lvl2pPr marL="457200" algn="l" rtl="0" fontAlgn="base">
      <a:spcBef>
        <a:spcPct val="30000"/>
      </a:spcBef>
      <a:spcAft>
        <a:spcPct val="0"/>
      </a:spcAft>
      <a:defRPr sz="1400" b="0" i="0" kern="1200">
        <a:solidFill>
          <a:schemeClr val="tx1"/>
        </a:solidFill>
        <a:latin typeface="Montserrat Regular" pitchFamily="2" charset="77"/>
        <a:ea typeface="ヒラギノ角ゴ Pro W3" panose="020B0300000000000000" pitchFamily="34" charset="-128"/>
        <a:cs typeface="+mn-cs"/>
      </a:defRPr>
    </a:lvl2pPr>
    <a:lvl3pPr marL="914400" algn="l" rtl="0" fontAlgn="base">
      <a:spcBef>
        <a:spcPct val="30000"/>
      </a:spcBef>
      <a:spcAft>
        <a:spcPct val="0"/>
      </a:spcAft>
      <a:defRPr sz="1400" b="0" i="0" kern="1200">
        <a:solidFill>
          <a:schemeClr val="tx1"/>
        </a:solidFill>
        <a:latin typeface="Montserrat Regular" pitchFamily="2" charset="77"/>
        <a:ea typeface="ヒラギノ角ゴ Pro W3" panose="020B0300000000000000" pitchFamily="34" charset="-128"/>
        <a:cs typeface="+mn-cs"/>
      </a:defRPr>
    </a:lvl3pPr>
    <a:lvl4pPr marL="1371600" algn="l" rtl="0" fontAlgn="base">
      <a:spcBef>
        <a:spcPct val="30000"/>
      </a:spcBef>
      <a:spcAft>
        <a:spcPct val="0"/>
      </a:spcAft>
      <a:defRPr sz="1400" b="0" i="0" kern="1200">
        <a:solidFill>
          <a:schemeClr val="tx1"/>
        </a:solidFill>
        <a:latin typeface="Montserrat Regular" pitchFamily="2" charset="77"/>
        <a:ea typeface="ヒラギノ角ゴ Pro W3" panose="020B0300000000000000" pitchFamily="34" charset="-128"/>
        <a:cs typeface="+mn-cs"/>
      </a:defRPr>
    </a:lvl4pPr>
    <a:lvl5pPr marL="1828800" algn="l" rtl="0" fontAlgn="base">
      <a:spcBef>
        <a:spcPct val="30000"/>
      </a:spcBef>
      <a:spcAft>
        <a:spcPct val="0"/>
      </a:spcAft>
      <a:defRPr sz="1400" b="0" i="0" kern="1200">
        <a:solidFill>
          <a:schemeClr val="tx1"/>
        </a:solidFill>
        <a:latin typeface="Montserrat Regular" pitchFamily="2" charset="77"/>
        <a:ea typeface="ヒラギノ角ゴ Pro W3" panose="020B0300000000000000"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AB42EC-5C55-5445-B89F-148FD1FE767E}" type="slidenum">
              <a:rPr lang="en-US" altLang="en-US" smtClean="0"/>
              <a:pPr/>
              <a:t>0</a:t>
            </a:fld>
            <a:endParaRPr lang="en-US" altLang="en-US"/>
          </a:p>
        </p:txBody>
      </p:sp>
    </p:spTree>
    <p:extLst>
      <p:ext uri="{BB962C8B-B14F-4D97-AF65-F5344CB8AC3E}">
        <p14:creationId xmlns:p14="http://schemas.microsoft.com/office/powerpoint/2010/main" val="1008470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3.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3.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3.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3.emf"/></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1.xml"/><Relationship Id="rId4" Type="http://schemas.openxmlformats.org/officeDocument/2006/relationships/image" Target="../media/image3.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2.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3.xml"/><Relationship Id="rId4" Type="http://schemas.openxmlformats.org/officeDocument/2006/relationships/image" Target="../media/image3.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3.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5.xml"/><Relationship Id="rId4" Type="http://schemas.openxmlformats.org/officeDocument/2006/relationships/image" Target="../media/image3.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6.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3.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7.xml"/><Relationship Id="rId4" Type="http://schemas.openxmlformats.org/officeDocument/2006/relationships/image" Target="../media/image3.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8.xml"/><Relationship Id="rId4" Type="http://schemas.openxmlformats.org/officeDocument/2006/relationships/image" Target="../media/image3.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3.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3.emf"/></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1.xml"/><Relationship Id="rId4" Type="http://schemas.openxmlformats.org/officeDocument/2006/relationships/image" Target="../media/image3.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2.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3.xml"/><Relationship Id="rId4" Type="http://schemas.openxmlformats.org/officeDocument/2006/relationships/image" Target="../media/image3.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4.xml"/><Relationship Id="rId4" Type="http://schemas.openxmlformats.org/officeDocument/2006/relationships/image" Target="../media/image3.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5.xml"/><Relationship Id="rId4" Type="http://schemas.openxmlformats.org/officeDocument/2006/relationships/image" Target="../media/image3.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6.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7.xml"/><Relationship Id="rId4" Type="http://schemas.openxmlformats.org/officeDocument/2006/relationships/image" Target="../media/image3.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8.xml"/><Relationship Id="rId4" Type="http://schemas.openxmlformats.org/officeDocument/2006/relationships/image" Target="../media/image3.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39.xml"/><Relationship Id="rId4" Type="http://schemas.openxmlformats.org/officeDocument/2006/relationships/image" Target="../media/image3.emf"/></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Master" Target="../slideMasters/slideMaster5.xml"/><Relationship Id="rId4" Type="http://schemas.microsoft.com/office/2007/relationships/hdphoto" Target="../media/hdphoto3.wdp"/></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emf"/><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40.xml"/><Relationship Id="rId4" Type="http://schemas.openxmlformats.org/officeDocument/2006/relationships/image" Target="../media/image3.emf"/></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1.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20.xml.rels><?xml version="1.0" encoding="UTF-8" standalone="yes"?>
<Relationships xmlns="http://schemas.openxmlformats.org/package/2006/relationships"><Relationship Id="rId3" Type="http://schemas.openxmlformats.org/officeDocument/2006/relationships/slideMaster" Target="../slideMasters/slideMaster6.xml"/><Relationship Id="rId7" Type="http://schemas.microsoft.com/office/2007/relationships/hdphoto" Target="../media/hdphoto1.wdp"/><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5.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Master" Target="../slideMasters/slideMaster6.xml"/><Relationship Id="rId4" Type="http://schemas.microsoft.com/office/2007/relationships/hdphoto" Target="../media/hdphoto3.wdp"/></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3.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3.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3.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6.xml"/><Relationship Id="rId1" Type="http://schemas.openxmlformats.org/officeDocument/2006/relationships/tags" Target="../tags/tag62.xml"/><Relationship Id="rId4" Type="http://schemas.openxmlformats.org/officeDocument/2006/relationships/image" Target="../media/image3.emf"/></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6.xml"/><Relationship Id="rId1" Type="http://schemas.openxmlformats.org/officeDocument/2006/relationships/tags" Target="../tags/tag63.xml"/><Relationship Id="rId4" Type="http://schemas.openxmlformats.org/officeDocument/2006/relationships/image" Target="../media/image3.emf"/></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338020" y="31217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19479387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grpSp>
        <p:nvGrpSpPr>
          <p:cNvPr id="16" name="Group 15">
            <a:extLst>
              <a:ext uri="{FF2B5EF4-FFF2-40B4-BE49-F238E27FC236}">
                <a16:creationId xmlns:a16="http://schemas.microsoft.com/office/drawing/2014/main" id="{E0E5428A-0A35-A34A-8CAC-9BAD5ECD8D93}"/>
              </a:ext>
            </a:extLst>
          </p:cNvPr>
          <p:cNvGrpSpPr/>
          <p:nvPr userDrawn="1"/>
        </p:nvGrpSpPr>
        <p:grpSpPr>
          <a:xfrm rot="16200000">
            <a:off x="6699397" y="1342272"/>
            <a:ext cx="6311200" cy="4183462"/>
            <a:chOff x="5617474" y="2413256"/>
            <a:chExt cx="6374640" cy="4225515"/>
          </a:xfrm>
        </p:grpSpPr>
        <p:sp>
          <p:nvSpPr>
            <p:cNvPr id="17" name="Rectangle 16">
              <a:extLst>
                <a:ext uri="{FF2B5EF4-FFF2-40B4-BE49-F238E27FC236}">
                  <a16:creationId xmlns:a16="http://schemas.microsoft.com/office/drawing/2014/main" id="{42914CD1-A2DB-634C-83C4-D51286B21E48}"/>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2D141B-A735-1E43-A950-7B92CD553EBD}"/>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2D63E7-1921-1445-81B8-AF0AB6203FFC}"/>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243AC40-FAB9-374C-B1DC-5A8FD95DDE5A}"/>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AA3AD-D464-2D48-8F12-C0F8F06AD9B9}"/>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F8FEAA2-0461-6A44-9279-256942B192E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1">
            <a:extLst>
              <a:ext uri="{FF2B5EF4-FFF2-40B4-BE49-F238E27FC236}">
                <a16:creationId xmlns:a16="http://schemas.microsoft.com/office/drawing/2014/main" id="{64FB6912-BF55-1B4F-A155-EFC65F2AFFD4}"/>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bg1"/>
                </a:solidFill>
              </a:defRPr>
            </a:lvl1pPr>
          </a:lstStyle>
          <a:p>
            <a:r>
              <a:rPr lang="en-US"/>
              <a:t>Lorem </a:t>
            </a:r>
            <a:br>
              <a:rPr lang="en-US"/>
            </a:br>
            <a:r>
              <a:rPr lang="en-US"/>
              <a:t>ipsum dolor</a:t>
            </a:r>
          </a:p>
        </p:txBody>
      </p:sp>
    </p:spTree>
    <p:extLst>
      <p:ext uri="{BB962C8B-B14F-4D97-AF65-F5344CB8AC3E}">
        <p14:creationId xmlns:p14="http://schemas.microsoft.com/office/powerpoint/2010/main" val="426543758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_2">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69391221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41" name="Picture Placeholder 54">
            <a:extLst>
              <a:ext uri="{FF2B5EF4-FFF2-40B4-BE49-F238E27FC236}">
                <a16:creationId xmlns:a16="http://schemas.microsoft.com/office/drawing/2014/main" id="{813D2CEF-E490-4A43-BA2A-6248F609ECB3}"/>
              </a:ext>
            </a:extLst>
          </p:cNvPr>
          <p:cNvSpPr>
            <a:spLocks noGrp="1"/>
          </p:cNvSpPr>
          <p:nvPr>
            <p:ph type="pic" sz="quarter" idx="21"/>
          </p:nvPr>
        </p:nvSpPr>
        <p:spPr>
          <a:xfrm>
            <a:off x="5619918" y="235016"/>
            <a:ext cx="2006600" cy="2005798"/>
          </a:xfrm>
          <a:prstGeom prst="ellipse">
            <a:avLst/>
          </a:prstGeom>
          <a:solidFill>
            <a:schemeClr val="accent1"/>
          </a:solidFill>
        </p:spPr>
        <p:txBody>
          <a:bodyPr/>
          <a:lstStyle/>
          <a:p>
            <a:endParaRPr lang="en-US"/>
          </a:p>
        </p:txBody>
      </p:sp>
      <p:sp>
        <p:nvSpPr>
          <p:cNvPr id="42" name="Picture Placeholder 54">
            <a:extLst>
              <a:ext uri="{FF2B5EF4-FFF2-40B4-BE49-F238E27FC236}">
                <a16:creationId xmlns:a16="http://schemas.microsoft.com/office/drawing/2014/main" id="{8E6D7200-6943-3941-A2F6-F022A3B82384}"/>
              </a:ext>
            </a:extLst>
          </p:cNvPr>
          <p:cNvSpPr>
            <a:spLocks noGrp="1"/>
          </p:cNvSpPr>
          <p:nvPr>
            <p:ph type="pic" sz="quarter" idx="15"/>
          </p:nvPr>
        </p:nvSpPr>
        <p:spPr>
          <a:xfrm>
            <a:off x="5619918" y="2425459"/>
            <a:ext cx="2006600" cy="2005798"/>
          </a:xfrm>
          <a:solidFill>
            <a:schemeClr val="accent2"/>
          </a:solidFill>
        </p:spPr>
        <p:txBody>
          <a:bodyPr/>
          <a:lstStyle/>
          <a:p>
            <a:endParaRPr lang="en-US"/>
          </a:p>
        </p:txBody>
      </p:sp>
      <p:sp>
        <p:nvSpPr>
          <p:cNvPr id="43" name="Picture Placeholder 54">
            <a:extLst>
              <a:ext uri="{FF2B5EF4-FFF2-40B4-BE49-F238E27FC236}">
                <a16:creationId xmlns:a16="http://schemas.microsoft.com/office/drawing/2014/main" id="{D8C3124C-89A2-B94E-8A24-2377D257125A}"/>
              </a:ext>
            </a:extLst>
          </p:cNvPr>
          <p:cNvSpPr>
            <a:spLocks noGrp="1"/>
          </p:cNvSpPr>
          <p:nvPr>
            <p:ph type="pic" sz="quarter" idx="16"/>
          </p:nvPr>
        </p:nvSpPr>
        <p:spPr>
          <a:xfrm>
            <a:off x="5619918" y="4622684"/>
            <a:ext cx="2006600" cy="2005798"/>
          </a:xfrm>
          <a:solidFill>
            <a:schemeClr val="accent1"/>
          </a:solidFill>
        </p:spPr>
        <p:txBody>
          <a:bodyPr/>
          <a:lstStyle/>
          <a:p>
            <a:endParaRPr lang="en-US"/>
          </a:p>
        </p:txBody>
      </p:sp>
      <p:sp>
        <p:nvSpPr>
          <p:cNvPr id="44" name="Picture Placeholder 54">
            <a:extLst>
              <a:ext uri="{FF2B5EF4-FFF2-40B4-BE49-F238E27FC236}">
                <a16:creationId xmlns:a16="http://schemas.microsoft.com/office/drawing/2014/main" id="{501D1DB9-E0C3-CC48-8F55-F2B44F631657}"/>
              </a:ext>
            </a:extLst>
          </p:cNvPr>
          <p:cNvSpPr>
            <a:spLocks noGrp="1"/>
          </p:cNvSpPr>
          <p:nvPr>
            <p:ph type="pic" sz="quarter" idx="17"/>
          </p:nvPr>
        </p:nvSpPr>
        <p:spPr>
          <a:xfrm>
            <a:off x="7806639" y="4622684"/>
            <a:ext cx="2006600" cy="2005798"/>
          </a:xfrm>
          <a:solidFill>
            <a:schemeClr val="bg2"/>
          </a:solidFill>
        </p:spPr>
        <p:txBody>
          <a:bodyPr/>
          <a:lstStyle/>
          <a:p>
            <a:endParaRPr lang="en-US"/>
          </a:p>
        </p:txBody>
      </p:sp>
      <p:sp>
        <p:nvSpPr>
          <p:cNvPr id="45" name="Picture Placeholder 54">
            <a:extLst>
              <a:ext uri="{FF2B5EF4-FFF2-40B4-BE49-F238E27FC236}">
                <a16:creationId xmlns:a16="http://schemas.microsoft.com/office/drawing/2014/main" id="{CD6755C7-1428-A441-85D4-9C5529A1686B}"/>
              </a:ext>
            </a:extLst>
          </p:cNvPr>
          <p:cNvSpPr>
            <a:spLocks noGrp="1"/>
          </p:cNvSpPr>
          <p:nvPr>
            <p:ph type="pic" sz="quarter" idx="18"/>
          </p:nvPr>
        </p:nvSpPr>
        <p:spPr>
          <a:xfrm>
            <a:off x="9993359" y="2425459"/>
            <a:ext cx="2006600" cy="2005798"/>
          </a:xfrm>
          <a:solidFill>
            <a:schemeClr val="bg2"/>
          </a:solidFill>
        </p:spPr>
        <p:txBody>
          <a:bodyPr/>
          <a:lstStyle/>
          <a:p>
            <a:endParaRPr lang="en-US"/>
          </a:p>
        </p:txBody>
      </p:sp>
      <p:sp>
        <p:nvSpPr>
          <p:cNvPr id="46" name="Picture Placeholder 54">
            <a:extLst>
              <a:ext uri="{FF2B5EF4-FFF2-40B4-BE49-F238E27FC236}">
                <a16:creationId xmlns:a16="http://schemas.microsoft.com/office/drawing/2014/main" id="{32AB4C08-4EDF-5949-94C6-12BFE7BE182E}"/>
              </a:ext>
            </a:extLst>
          </p:cNvPr>
          <p:cNvSpPr>
            <a:spLocks noGrp="1"/>
          </p:cNvSpPr>
          <p:nvPr>
            <p:ph type="pic" sz="quarter" idx="19"/>
          </p:nvPr>
        </p:nvSpPr>
        <p:spPr>
          <a:xfrm>
            <a:off x="9993359" y="235016"/>
            <a:ext cx="2006600" cy="2005798"/>
          </a:xfrm>
          <a:solidFill>
            <a:schemeClr val="accent1"/>
          </a:solidFill>
        </p:spPr>
        <p:txBody>
          <a:bodyPr/>
          <a:lstStyle/>
          <a:p>
            <a:endParaRPr lang="en-US"/>
          </a:p>
        </p:txBody>
      </p:sp>
      <p:sp>
        <p:nvSpPr>
          <p:cNvPr id="47" name="Picture Placeholder 54">
            <a:extLst>
              <a:ext uri="{FF2B5EF4-FFF2-40B4-BE49-F238E27FC236}">
                <a16:creationId xmlns:a16="http://schemas.microsoft.com/office/drawing/2014/main" id="{8691E5DA-FC53-CB40-937F-440E7C5C689F}"/>
              </a:ext>
            </a:extLst>
          </p:cNvPr>
          <p:cNvSpPr>
            <a:spLocks noGrp="1"/>
          </p:cNvSpPr>
          <p:nvPr>
            <p:ph type="pic" sz="quarter" idx="20"/>
          </p:nvPr>
        </p:nvSpPr>
        <p:spPr>
          <a:xfrm>
            <a:off x="7806639" y="235016"/>
            <a:ext cx="2006600" cy="2005798"/>
          </a:xfrm>
          <a:solidFill>
            <a:schemeClr val="bg2"/>
          </a:solidFill>
        </p:spPr>
        <p:txBody>
          <a:bodyPr/>
          <a:lstStyle/>
          <a:p>
            <a:endParaRPr lang="en-US"/>
          </a:p>
        </p:txBody>
      </p:sp>
      <p:sp>
        <p:nvSpPr>
          <p:cNvPr id="48" name="Picture Placeholder 54">
            <a:extLst>
              <a:ext uri="{FF2B5EF4-FFF2-40B4-BE49-F238E27FC236}">
                <a16:creationId xmlns:a16="http://schemas.microsoft.com/office/drawing/2014/main" id="{8B4C8707-7538-794A-9D07-211B33CC516A}"/>
              </a:ext>
            </a:extLst>
          </p:cNvPr>
          <p:cNvSpPr>
            <a:spLocks noGrp="1"/>
          </p:cNvSpPr>
          <p:nvPr>
            <p:ph type="pic" sz="quarter" idx="22"/>
          </p:nvPr>
        </p:nvSpPr>
        <p:spPr>
          <a:xfrm>
            <a:off x="7806238" y="2425459"/>
            <a:ext cx="2006600" cy="2005798"/>
          </a:xfrm>
          <a:prstGeom prst="ellipse">
            <a:avLst/>
          </a:prstGeom>
          <a:solidFill>
            <a:schemeClr val="accent2"/>
          </a:solidFill>
        </p:spPr>
        <p:txBody>
          <a:bodyPr/>
          <a:lstStyle/>
          <a:p>
            <a:endParaRPr lang="en-US"/>
          </a:p>
        </p:txBody>
      </p:sp>
      <p:sp>
        <p:nvSpPr>
          <p:cNvPr id="49" name="Picture Placeholder 54">
            <a:extLst>
              <a:ext uri="{FF2B5EF4-FFF2-40B4-BE49-F238E27FC236}">
                <a16:creationId xmlns:a16="http://schemas.microsoft.com/office/drawing/2014/main" id="{17DED411-A7E4-144E-8FED-05272BE5061B}"/>
              </a:ext>
            </a:extLst>
          </p:cNvPr>
          <p:cNvSpPr>
            <a:spLocks noGrp="1"/>
          </p:cNvSpPr>
          <p:nvPr>
            <p:ph type="pic" sz="quarter" idx="23"/>
          </p:nvPr>
        </p:nvSpPr>
        <p:spPr>
          <a:xfrm>
            <a:off x="9992557" y="4622684"/>
            <a:ext cx="2006600" cy="2005798"/>
          </a:xfrm>
          <a:prstGeom prst="ellipse">
            <a:avLst/>
          </a:prstGeom>
          <a:solidFill>
            <a:schemeClr val="accent2"/>
          </a:solidFill>
        </p:spPr>
        <p:txBody>
          <a:bodyPr/>
          <a:lstStyle/>
          <a:p>
            <a:endParaRPr lang="en-US"/>
          </a:p>
        </p:txBody>
      </p:sp>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240620356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16" name="Picture Placeholder 54">
            <a:extLst>
              <a:ext uri="{FF2B5EF4-FFF2-40B4-BE49-F238E27FC236}">
                <a16:creationId xmlns:a16="http://schemas.microsoft.com/office/drawing/2014/main" id="{2320438A-EEE4-4F41-826E-2F15F3605C97}"/>
              </a:ext>
            </a:extLst>
          </p:cNvPr>
          <p:cNvSpPr>
            <a:spLocks noGrp="1"/>
          </p:cNvSpPr>
          <p:nvPr>
            <p:ph type="pic" sz="quarter" idx="19"/>
          </p:nvPr>
        </p:nvSpPr>
        <p:spPr>
          <a:xfrm>
            <a:off x="5619918" y="235016"/>
            <a:ext cx="6380041" cy="6393466"/>
          </a:xfrm>
          <a:solidFill>
            <a:schemeClr val="accent1"/>
          </a:solidFill>
        </p:spPr>
        <p:txBody>
          <a:bodyPr/>
          <a:lstStyle/>
          <a:p>
            <a:endParaRPr lang="en-US"/>
          </a:p>
        </p:txBody>
      </p:sp>
    </p:spTree>
    <p:extLst>
      <p:ext uri="{BB962C8B-B14F-4D97-AF65-F5344CB8AC3E}">
        <p14:creationId xmlns:p14="http://schemas.microsoft.com/office/powerpoint/2010/main" val="12261305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8" name="Picture Placeholder 54">
            <a:extLst>
              <a:ext uri="{FF2B5EF4-FFF2-40B4-BE49-F238E27FC236}">
                <a16:creationId xmlns:a16="http://schemas.microsoft.com/office/drawing/2014/main" id="{94F71195-5164-6642-8CF4-E5AA9705B94F}"/>
              </a:ext>
            </a:extLst>
          </p:cNvPr>
          <p:cNvSpPr>
            <a:spLocks noGrp="1"/>
          </p:cNvSpPr>
          <p:nvPr>
            <p:ph type="pic" sz="quarter" idx="19"/>
          </p:nvPr>
        </p:nvSpPr>
        <p:spPr>
          <a:xfrm>
            <a:off x="5619918" y="235016"/>
            <a:ext cx="6380041" cy="6393466"/>
          </a:xfrm>
          <a:prstGeom prst="ellipse">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267832276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65" name="Picture Placeholder 54">
            <a:extLst>
              <a:ext uri="{FF2B5EF4-FFF2-40B4-BE49-F238E27FC236}">
                <a16:creationId xmlns:a16="http://schemas.microsoft.com/office/drawing/2014/main" id="{E697434F-7999-9047-A194-6FA403BC0051}"/>
              </a:ext>
            </a:extLst>
          </p:cNvPr>
          <p:cNvSpPr>
            <a:spLocks noGrp="1"/>
          </p:cNvSpPr>
          <p:nvPr>
            <p:ph type="pic" sz="quarter" idx="21"/>
          </p:nvPr>
        </p:nvSpPr>
        <p:spPr>
          <a:xfrm>
            <a:off x="5619918" y="235016"/>
            <a:ext cx="2006600" cy="2005798"/>
          </a:xfrm>
          <a:prstGeom prst="ellipse">
            <a:avLst/>
          </a:prstGeom>
          <a:solidFill>
            <a:schemeClr val="bg2">
              <a:lumMod val="60000"/>
              <a:lumOff val="40000"/>
            </a:schemeClr>
          </a:solidFill>
        </p:spPr>
        <p:txBody>
          <a:bodyPr/>
          <a:lstStyle/>
          <a:p>
            <a:endParaRPr lang="en-US"/>
          </a:p>
        </p:txBody>
      </p:sp>
      <p:sp>
        <p:nvSpPr>
          <p:cNvPr id="66" name="Picture Placeholder 54">
            <a:extLst>
              <a:ext uri="{FF2B5EF4-FFF2-40B4-BE49-F238E27FC236}">
                <a16:creationId xmlns:a16="http://schemas.microsoft.com/office/drawing/2014/main" id="{2209AC8B-534C-4D43-B16C-77FC053588C0}"/>
              </a:ext>
            </a:extLst>
          </p:cNvPr>
          <p:cNvSpPr>
            <a:spLocks noGrp="1"/>
          </p:cNvSpPr>
          <p:nvPr>
            <p:ph type="pic" sz="quarter" idx="15"/>
          </p:nvPr>
        </p:nvSpPr>
        <p:spPr>
          <a:xfrm>
            <a:off x="5619918" y="2425459"/>
            <a:ext cx="2006600" cy="2005798"/>
          </a:xfrm>
          <a:solidFill>
            <a:schemeClr val="bg2">
              <a:lumMod val="60000"/>
              <a:lumOff val="40000"/>
            </a:schemeClr>
          </a:solidFill>
        </p:spPr>
        <p:txBody>
          <a:bodyPr/>
          <a:lstStyle/>
          <a:p>
            <a:endParaRPr lang="en-US"/>
          </a:p>
        </p:txBody>
      </p:sp>
      <p:sp>
        <p:nvSpPr>
          <p:cNvPr id="67" name="Picture Placeholder 54">
            <a:extLst>
              <a:ext uri="{FF2B5EF4-FFF2-40B4-BE49-F238E27FC236}">
                <a16:creationId xmlns:a16="http://schemas.microsoft.com/office/drawing/2014/main" id="{1D517556-06E1-F04E-A179-90723EFA6B80}"/>
              </a:ext>
            </a:extLst>
          </p:cNvPr>
          <p:cNvSpPr>
            <a:spLocks noGrp="1"/>
          </p:cNvSpPr>
          <p:nvPr>
            <p:ph type="pic" sz="quarter" idx="16"/>
          </p:nvPr>
        </p:nvSpPr>
        <p:spPr>
          <a:xfrm>
            <a:off x="5619918" y="4622684"/>
            <a:ext cx="2006600" cy="2005798"/>
          </a:xfrm>
          <a:solidFill>
            <a:schemeClr val="bg2">
              <a:lumMod val="60000"/>
              <a:lumOff val="40000"/>
            </a:schemeClr>
          </a:solidFill>
        </p:spPr>
        <p:txBody>
          <a:bodyPr/>
          <a:lstStyle/>
          <a:p>
            <a:endParaRPr lang="en-US"/>
          </a:p>
        </p:txBody>
      </p:sp>
      <p:sp>
        <p:nvSpPr>
          <p:cNvPr id="68" name="Picture Placeholder 54">
            <a:extLst>
              <a:ext uri="{FF2B5EF4-FFF2-40B4-BE49-F238E27FC236}">
                <a16:creationId xmlns:a16="http://schemas.microsoft.com/office/drawing/2014/main" id="{4C31A59A-BCD6-7D42-9911-F533A2B0E974}"/>
              </a:ext>
            </a:extLst>
          </p:cNvPr>
          <p:cNvSpPr>
            <a:spLocks noGrp="1"/>
          </p:cNvSpPr>
          <p:nvPr>
            <p:ph type="pic" sz="quarter" idx="17"/>
          </p:nvPr>
        </p:nvSpPr>
        <p:spPr>
          <a:xfrm>
            <a:off x="7806639" y="4622684"/>
            <a:ext cx="2006600" cy="2005798"/>
          </a:xfrm>
          <a:solidFill>
            <a:schemeClr val="bg2">
              <a:lumMod val="60000"/>
              <a:lumOff val="40000"/>
            </a:schemeClr>
          </a:solidFill>
        </p:spPr>
        <p:txBody>
          <a:bodyPr/>
          <a:lstStyle/>
          <a:p>
            <a:endParaRPr lang="en-US"/>
          </a:p>
        </p:txBody>
      </p:sp>
      <p:sp>
        <p:nvSpPr>
          <p:cNvPr id="69" name="Picture Placeholder 54">
            <a:extLst>
              <a:ext uri="{FF2B5EF4-FFF2-40B4-BE49-F238E27FC236}">
                <a16:creationId xmlns:a16="http://schemas.microsoft.com/office/drawing/2014/main" id="{7FF2D2D0-9BC4-5B40-A378-03CEA1CD3640}"/>
              </a:ext>
            </a:extLst>
          </p:cNvPr>
          <p:cNvSpPr>
            <a:spLocks noGrp="1"/>
          </p:cNvSpPr>
          <p:nvPr>
            <p:ph type="pic" sz="quarter" idx="18"/>
          </p:nvPr>
        </p:nvSpPr>
        <p:spPr>
          <a:xfrm>
            <a:off x="9993359" y="2425459"/>
            <a:ext cx="2006600" cy="2005798"/>
          </a:xfrm>
          <a:solidFill>
            <a:schemeClr val="bg2">
              <a:lumMod val="60000"/>
              <a:lumOff val="40000"/>
            </a:schemeClr>
          </a:solidFill>
        </p:spPr>
        <p:txBody>
          <a:bodyPr/>
          <a:lstStyle/>
          <a:p>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9993359" y="235016"/>
            <a:ext cx="2006600" cy="2005798"/>
          </a:xfrm>
          <a:solidFill>
            <a:schemeClr val="bg2">
              <a:lumMod val="60000"/>
              <a:lumOff val="40000"/>
            </a:schemeClr>
          </a:solidFill>
        </p:spPr>
        <p:txBody>
          <a:bodyPr/>
          <a:lstStyle/>
          <a:p>
            <a:endParaRPr lang="en-US"/>
          </a:p>
        </p:txBody>
      </p:sp>
      <p:sp>
        <p:nvSpPr>
          <p:cNvPr id="71" name="Picture Placeholder 54">
            <a:extLst>
              <a:ext uri="{FF2B5EF4-FFF2-40B4-BE49-F238E27FC236}">
                <a16:creationId xmlns:a16="http://schemas.microsoft.com/office/drawing/2014/main" id="{D5240813-F15A-8C47-A298-105FCFA02163}"/>
              </a:ext>
            </a:extLst>
          </p:cNvPr>
          <p:cNvSpPr>
            <a:spLocks noGrp="1"/>
          </p:cNvSpPr>
          <p:nvPr>
            <p:ph type="pic" sz="quarter" idx="20"/>
          </p:nvPr>
        </p:nvSpPr>
        <p:spPr>
          <a:xfrm>
            <a:off x="7806639" y="235016"/>
            <a:ext cx="2006600" cy="2005798"/>
          </a:xfrm>
          <a:solidFill>
            <a:schemeClr val="bg2">
              <a:lumMod val="60000"/>
              <a:lumOff val="40000"/>
            </a:schemeClr>
          </a:solidFill>
        </p:spPr>
        <p:txBody>
          <a:bodyPr/>
          <a:lstStyle/>
          <a:p>
            <a:endParaRPr lang="en-US"/>
          </a:p>
        </p:txBody>
      </p:sp>
      <p:sp>
        <p:nvSpPr>
          <p:cNvPr id="72" name="Picture Placeholder 54">
            <a:extLst>
              <a:ext uri="{FF2B5EF4-FFF2-40B4-BE49-F238E27FC236}">
                <a16:creationId xmlns:a16="http://schemas.microsoft.com/office/drawing/2014/main" id="{F87F508F-16B9-0B45-A2B3-10A7A8A2CBEE}"/>
              </a:ext>
            </a:extLst>
          </p:cNvPr>
          <p:cNvSpPr>
            <a:spLocks noGrp="1"/>
          </p:cNvSpPr>
          <p:nvPr>
            <p:ph type="pic" sz="quarter" idx="22"/>
          </p:nvPr>
        </p:nvSpPr>
        <p:spPr>
          <a:xfrm>
            <a:off x="7806238" y="2425459"/>
            <a:ext cx="2006600" cy="2005798"/>
          </a:xfrm>
          <a:prstGeom prst="ellipse">
            <a:avLst/>
          </a:prstGeom>
          <a:solidFill>
            <a:schemeClr val="bg2">
              <a:lumMod val="60000"/>
              <a:lumOff val="40000"/>
            </a:schemeClr>
          </a:solidFill>
        </p:spPr>
        <p:txBody>
          <a:bodyPr/>
          <a:lstStyle/>
          <a:p>
            <a:endParaRPr lang="en-US"/>
          </a:p>
        </p:txBody>
      </p:sp>
      <p:sp>
        <p:nvSpPr>
          <p:cNvPr id="73" name="Picture Placeholder 54">
            <a:extLst>
              <a:ext uri="{FF2B5EF4-FFF2-40B4-BE49-F238E27FC236}">
                <a16:creationId xmlns:a16="http://schemas.microsoft.com/office/drawing/2014/main" id="{1F6F4CE8-329C-054D-8A31-3136D7EB8340}"/>
              </a:ext>
            </a:extLst>
          </p:cNvPr>
          <p:cNvSpPr>
            <a:spLocks noGrp="1"/>
          </p:cNvSpPr>
          <p:nvPr>
            <p:ph type="pic" sz="quarter" idx="23"/>
          </p:nvPr>
        </p:nvSpPr>
        <p:spPr>
          <a:xfrm>
            <a:off x="9992557" y="4622684"/>
            <a:ext cx="2006600" cy="2005798"/>
          </a:xfrm>
          <a:prstGeom prst="ellipse">
            <a:avLst/>
          </a:prstGeom>
          <a:solidFill>
            <a:schemeClr val="bg2">
              <a:lumMod val="60000"/>
              <a:lumOff val="40000"/>
            </a:schemeClr>
          </a:solidFill>
        </p:spPr>
        <p:txBody>
          <a:bodyPr/>
          <a:lstStyle/>
          <a:p>
            <a:endParaRPr lang="en-US"/>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56839381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78877247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prstGeom prst="ellipse">
            <a:avLst/>
          </a:prstGeo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4815075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43" name="Picture Placeholder 54">
            <a:extLst>
              <a:ext uri="{FF2B5EF4-FFF2-40B4-BE49-F238E27FC236}">
                <a16:creationId xmlns:a16="http://schemas.microsoft.com/office/drawing/2014/main" id="{0316E32D-2036-BC44-A9E2-F1F09021E8D4}"/>
              </a:ext>
            </a:extLst>
          </p:cNvPr>
          <p:cNvSpPr>
            <a:spLocks noGrp="1"/>
          </p:cNvSpPr>
          <p:nvPr>
            <p:ph type="pic" sz="quarter" idx="21"/>
          </p:nvPr>
        </p:nvSpPr>
        <p:spPr>
          <a:xfrm>
            <a:off x="5619918" y="235016"/>
            <a:ext cx="2006600" cy="2005798"/>
          </a:xfrm>
          <a:prstGeom prst="ellipse">
            <a:avLst/>
          </a:prstGeom>
          <a:solidFill>
            <a:schemeClr val="tx1">
              <a:lumMod val="75000"/>
            </a:schemeClr>
          </a:solidFill>
        </p:spPr>
        <p:txBody>
          <a:bodyPr/>
          <a:lstStyle/>
          <a:p>
            <a:endParaRPr lang="en-US"/>
          </a:p>
        </p:txBody>
      </p:sp>
      <p:sp>
        <p:nvSpPr>
          <p:cNvPr id="44" name="Picture Placeholder 54">
            <a:extLst>
              <a:ext uri="{FF2B5EF4-FFF2-40B4-BE49-F238E27FC236}">
                <a16:creationId xmlns:a16="http://schemas.microsoft.com/office/drawing/2014/main" id="{9C59B100-6D5E-AC48-A09E-E3183DCF395F}"/>
              </a:ext>
            </a:extLst>
          </p:cNvPr>
          <p:cNvSpPr>
            <a:spLocks noGrp="1"/>
          </p:cNvSpPr>
          <p:nvPr>
            <p:ph type="pic" sz="quarter" idx="15"/>
          </p:nvPr>
        </p:nvSpPr>
        <p:spPr>
          <a:xfrm>
            <a:off x="5619918" y="2425459"/>
            <a:ext cx="2006600" cy="2005798"/>
          </a:xfrm>
          <a:solidFill>
            <a:schemeClr val="tx1">
              <a:lumMod val="75000"/>
            </a:schemeClr>
          </a:solidFill>
        </p:spPr>
        <p:txBody>
          <a:bodyPr/>
          <a:lstStyle/>
          <a:p>
            <a:endParaRPr lang="en-US"/>
          </a:p>
        </p:txBody>
      </p:sp>
      <p:sp>
        <p:nvSpPr>
          <p:cNvPr id="45" name="Picture Placeholder 54">
            <a:extLst>
              <a:ext uri="{FF2B5EF4-FFF2-40B4-BE49-F238E27FC236}">
                <a16:creationId xmlns:a16="http://schemas.microsoft.com/office/drawing/2014/main" id="{568FB8BF-D158-074A-B789-CEBF6B5AA881}"/>
              </a:ext>
            </a:extLst>
          </p:cNvPr>
          <p:cNvSpPr>
            <a:spLocks noGrp="1"/>
          </p:cNvSpPr>
          <p:nvPr>
            <p:ph type="pic" sz="quarter" idx="16"/>
          </p:nvPr>
        </p:nvSpPr>
        <p:spPr>
          <a:xfrm>
            <a:off x="5619918" y="4622684"/>
            <a:ext cx="2006600" cy="2005798"/>
          </a:xfrm>
          <a:solidFill>
            <a:schemeClr val="tx1">
              <a:lumMod val="75000"/>
            </a:schemeClr>
          </a:solidFill>
        </p:spPr>
        <p:txBody>
          <a:bodyPr/>
          <a:lstStyle/>
          <a:p>
            <a:endParaRPr lang="en-US"/>
          </a:p>
        </p:txBody>
      </p:sp>
      <p:sp>
        <p:nvSpPr>
          <p:cNvPr id="46" name="Picture Placeholder 54">
            <a:extLst>
              <a:ext uri="{FF2B5EF4-FFF2-40B4-BE49-F238E27FC236}">
                <a16:creationId xmlns:a16="http://schemas.microsoft.com/office/drawing/2014/main" id="{C2B4FC8E-A812-9C41-BEE0-692DBFE4E04E}"/>
              </a:ext>
            </a:extLst>
          </p:cNvPr>
          <p:cNvSpPr>
            <a:spLocks noGrp="1"/>
          </p:cNvSpPr>
          <p:nvPr>
            <p:ph type="pic" sz="quarter" idx="17"/>
          </p:nvPr>
        </p:nvSpPr>
        <p:spPr>
          <a:xfrm>
            <a:off x="7806639" y="4622684"/>
            <a:ext cx="2006600" cy="2005798"/>
          </a:xfrm>
          <a:solidFill>
            <a:schemeClr val="tx1">
              <a:lumMod val="75000"/>
            </a:schemeClr>
          </a:solidFill>
        </p:spPr>
        <p:txBody>
          <a:bodyPr/>
          <a:lstStyle/>
          <a:p>
            <a:endParaRPr lang="en-US"/>
          </a:p>
        </p:txBody>
      </p:sp>
      <p:sp>
        <p:nvSpPr>
          <p:cNvPr id="47" name="Picture Placeholder 54">
            <a:extLst>
              <a:ext uri="{FF2B5EF4-FFF2-40B4-BE49-F238E27FC236}">
                <a16:creationId xmlns:a16="http://schemas.microsoft.com/office/drawing/2014/main" id="{7703F26C-0248-B948-B94C-0DBFCB2CB6B7}"/>
              </a:ext>
            </a:extLst>
          </p:cNvPr>
          <p:cNvSpPr>
            <a:spLocks noGrp="1"/>
          </p:cNvSpPr>
          <p:nvPr>
            <p:ph type="pic" sz="quarter" idx="18"/>
          </p:nvPr>
        </p:nvSpPr>
        <p:spPr>
          <a:xfrm>
            <a:off x="9993359" y="2425459"/>
            <a:ext cx="2006600" cy="2005798"/>
          </a:xfrm>
          <a:solidFill>
            <a:schemeClr val="tx1">
              <a:lumMod val="75000"/>
            </a:schemeClr>
          </a:solidFill>
        </p:spPr>
        <p:txBody>
          <a:bodyPr/>
          <a:lstStyle/>
          <a:p>
            <a:endParaRPr lang="en-US"/>
          </a:p>
        </p:txBody>
      </p:sp>
      <p:sp>
        <p:nvSpPr>
          <p:cNvPr id="48" name="Picture Placeholder 54">
            <a:extLst>
              <a:ext uri="{FF2B5EF4-FFF2-40B4-BE49-F238E27FC236}">
                <a16:creationId xmlns:a16="http://schemas.microsoft.com/office/drawing/2014/main" id="{2FC67853-5125-A040-B75C-285CA2D9C388}"/>
              </a:ext>
            </a:extLst>
          </p:cNvPr>
          <p:cNvSpPr>
            <a:spLocks noGrp="1"/>
          </p:cNvSpPr>
          <p:nvPr>
            <p:ph type="pic" sz="quarter" idx="19"/>
          </p:nvPr>
        </p:nvSpPr>
        <p:spPr>
          <a:xfrm>
            <a:off x="9993359" y="235016"/>
            <a:ext cx="2006600" cy="2005798"/>
          </a:xfrm>
          <a:solidFill>
            <a:schemeClr val="tx1">
              <a:lumMod val="75000"/>
            </a:schemeClr>
          </a:solidFill>
        </p:spPr>
        <p:txBody>
          <a:bodyPr/>
          <a:lstStyle/>
          <a:p>
            <a:endParaRPr lang="en-US"/>
          </a:p>
        </p:txBody>
      </p:sp>
      <p:sp>
        <p:nvSpPr>
          <p:cNvPr id="49" name="Picture Placeholder 54">
            <a:extLst>
              <a:ext uri="{FF2B5EF4-FFF2-40B4-BE49-F238E27FC236}">
                <a16:creationId xmlns:a16="http://schemas.microsoft.com/office/drawing/2014/main" id="{32C0E079-A385-E845-B84C-120B40BE0288}"/>
              </a:ext>
            </a:extLst>
          </p:cNvPr>
          <p:cNvSpPr>
            <a:spLocks noGrp="1"/>
          </p:cNvSpPr>
          <p:nvPr>
            <p:ph type="pic" sz="quarter" idx="20"/>
          </p:nvPr>
        </p:nvSpPr>
        <p:spPr>
          <a:xfrm>
            <a:off x="7806639" y="235016"/>
            <a:ext cx="2006600" cy="2005798"/>
          </a:xfrm>
          <a:solidFill>
            <a:schemeClr val="tx1">
              <a:lumMod val="75000"/>
            </a:schemeClr>
          </a:solidFill>
        </p:spPr>
        <p:txBody>
          <a:bodyPr/>
          <a:lstStyle/>
          <a:p>
            <a:endParaRPr lang="en-US"/>
          </a:p>
        </p:txBody>
      </p:sp>
      <p:sp>
        <p:nvSpPr>
          <p:cNvPr id="50" name="Picture Placeholder 54">
            <a:extLst>
              <a:ext uri="{FF2B5EF4-FFF2-40B4-BE49-F238E27FC236}">
                <a16:creationId xmlns:a16="http://schemas.microsoft.com/office/drawing/2014/main" id="{5E1EAADB-AA1D-AE47-89C0-03AE9F7D8E00}"/>
              </a:ext>
            </a:extLst>
          </p:cNvPr>
          <p:cNvSpPr>
            <a:spLocks noGrp="1"/>
          </p:cNvSpPr>
          <p:nvPr>
            <p:ph type="pic" sz="quarter" idx="22"/>
          </p:nvPr>
        </p:nvSpPr>
        <p:spPr>
          <a:xfrm>
            <a:off x="7806238" y="2425459"/>
            <a:ext cx="2006600" cy="2005798"/>
          </a:xfrm>
          <a:prstGeom prst="ellipse">
            <a:avLst/>
          </a:prstGeom>
          <a:solidFill>
            <a:schemeClr val="tx1">
              <a:lumMod val="75000"/>
            </a:schemeClr>
          </a:solidFill>
        </p:spPr>
        <p:txBody>
          <a:bodyPr/>
          <a:lstStyle/>
          <a:p>
            <a:endParaRPr lang="en-US"/>
          </a:p>
        </p:txBody>
      </p:sp>
      <p:sp>
        <p:nvSpPr>
          <p:cNvPr id="51" name="Picture Placeholder 54">
            <a:extLst>
              <a:ext uri="{FF2B5EF4-FFF2-40B4-BE49-F238E27FC236}">
                <a16:creationId xmlns:a16="http://schemas.microsoft.com/office/drawing/2014/main" id="{ECAF3610-AF61-9046-8D53-99C6435EC4D9}"/>
              </a:ext>
            </a:extLst>
          </p:cNvPr>
          <p:cNvSpPr>
            <a:spLocks noGrp="1"/>
          </p:cNvSpPr>
          <p:nvPr>
            <p:ph type="pic" sz="quarter" idx="23"/>
          </p:nvPr>
        </p:nvSpPr>
        <p:spPr>
          <a:xfrm>
            <a:off x="9992557" y="4622684"/>
            <a:ext cx="2006600" cy="2005798"/>
          </a:xfrm>
          <a:prstGeom prst="ellipse">
            <a:avLst/>
          </a:prstGeom>
          <a:solidFill>
            <a:schemeClr val="tx1">
              <a:lumMod val="75000"/>
            </a:schemeClr>
          </a:solidFill>
        </p:spPr>
        <p:txBody>
          <a:bodyPr/>
          <a:lstStyle/>
          <a:p>
            <a:endParaRPr lang="en-US"/>
          </a:p>
        </p:txBody>
      </p:sp>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90241337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16" name="Picture Placeholder 54">
            <a:extLst>
              <a:ext uri="{FF2B5EF4-FFF2-40B4-BE49-F238E27FC236}">
                <a16:creationId xmlns:a16="http://schemas.microsoft.com/office/drawing/2014/main" id="{556E1E32-C37D-AE47-8789-1EF4DE5E44AA}"/>
              </a:ext>
            </a:extLst>
          </p:cNvPr>
          <p:cNvSpPr>
            <a:spLocks noGrp="1"/>
          </p:cNvSpPr>
          <p:nvPr>
            <p:ph type="pic" sz="quarter" idx="19"/>
          </p:nvPr>
        </p:nvSpPr>
        <p:spPr>
          <a:xfrm>
            <a:off x="5619918" y="235016"/>
            <a:ext cx="6380041" cy="6393466"/>
          </a:xfrm>
          <a:solidFill>
            <a:schemeClr val="tx1">
              <a:lumMod val="75000"/>
            </a:schemeClr>
          </a:solidFill>
        </p:spPr>
        <p:txBody>
          <a:bodyPr/>
          <a:lstStyle/>
          <a:p>
            <a:endParaRPr lang="en-US"/>
          </a:p>
        </p:txBody>
      </p:sp>
    </p:spTree>
    <p:extLst>
      <p:ext uri="{BB962C8B-B14F-4D97-AF65-F5344CB8AC3E}">
        <p14:creationId xmlns:p14="http://schemas.microsoft.com/office/powerpoint/2010/main" val="39858518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8" name="Picture Placeholder 54">
            <a:extLst>
              <a:ext uri="{FF2B5EF4-FFF2-40B4-BE49-F238E27FC236}">
                <a16:creationId xmlns:a16="http://schemas.microsoft.com/office/drawing/2014/main" id="{3E3BC028-6175-134B-90D7-2CA7DB8C71B4}"/>
              </a:ext>
            </a:extLst>
          </p:cNvPr>
          <p:cNvSpPr>
            <a:spLocks noGrp="1"/>
          </p:cNvSpPr>
          <p:nvPr>
            <p:ph type="pic" sz="quarter" idx="19"/>
          </p:nvPr>
        </p:nvSpPr>
        <p:spPr>
          <a:xfrm>
            <a:off x="5619918" y="235016"/>
            <a:ext cx="6380041" cy="6393466"/>
          </a:xfrm>
          <a:prstGeom prst="ellipse">
            <a:avLst/>
          </a:prstGeom>
          <a:solidFill>
            <a:schemeClr val="tx1">
              <a:lumMod val="75000"/>
            </a:schemeClr>
          </a:solidFill>
        </p:spPr>
        <p:txBody>
          <a:bodyPr/>
          <a:lstStyle/>
          <a:p>
            <a:endParaRPr lang="en-US"/>
          </a:p>
        </p:txBody>
      </p:sp>
    </p:spTree>
    <p:extLst>
      <p:ext uri="{BB962C8B-B14F-4D97-AF65-F5344CB8AC3E}">
        <p14:creationId xmlns:p14="http://schemas.microsoft.com/office/powerpoint/2010/main" val="123229338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600" b="0" i="0" spc="300">
                <a:solidFill>
                  <a:schemeClr val="bg1">
                    <a:lumMod val="50000"/>
                  </a:schemeClr>
                </a:solidFill>
                <a:latin typeface="+mn-lt"/>
                <a:ea typeface="Open Sans" panose="020B0606030504020204" pitchFamily="34" charset="0"/>
                <a:cs typeface="Arial" panose="020B0604020202020204" pitchFamily="34" charset="0"/>
              </a:defRPr>
            </a:lvl1pPr>
          </a:lstStyle>
          <a:p>
            <a:pPr lvl="0"/>
            <a:r>
              <a:rPr lang="en-US"/>
              <a:t>SECTION TITLE</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mn-lt"/>
                <a:ea typeface="Open Sans" panose="020B0606030504020204" pitchFamily="34" charset="0"/>
                <a:cs typeface="Arial" panose="020B0604020202020204" pitchFamily="34" charset="0"/>
              </a:defRPr>
            </a:lvl1pPr>
          </a:lstStyle>
          <a:p>
            <a:r>
              <a:rPr lang="en-US"/>
              <a:t>Title goes here</a:t>
            </a:r>
          </a:p>
        </p:txBody>
      </p:sp>
    </p:spTree>
    <p:extLst>
      <p:ext uri="{BB962C8B-B14F-4D97-AF65-F5344CB8AC3E}">
        <p14:creationId xmlns:p14="http://schemas.microsoft.com/office/powerpoint/2010/main" val="2607920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E527E4CF-5077-C940-A27A-D800E5D460EB}"/>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9" name="Picture 8" descr="A picture containing logo&#10;&#10;Description automatically generated">
            <a:extLst>
              <a:ext uri="{FF2B5EF4-FFF2-40B4-BE49-F238E27FC236}">
                <a16:creationId xmlns:a16="http://schemas.microsoft.com/office/drawing/2014/main" id="{D6601DD2-986D-E94F-95D5-A378C83BA823}"/>
              </a:ext>
            </a:extLst>
          </p:cNvPr>
          <p:cNvPicPr>
            <a:picLocks noChangeAspect="1"/>
          </p:cNvPicPr>
          <p:nvPr userDrawn="1"/>
        </p:nvPicPr>
        <p:blipFill>
          <a:blip r:embed="rId5"/>
          <a:stretch>
            <a:fillRect/>
          </a:stretch>
        </p:blipFill>
        <p:spPr>
          <a:xfrm>
            <a:off x="11109093" y="6595385"/>
            <a:ext cx="740007" cy="110214"/>
          </a:xfrm>
          <a:prstGeom prst="rect">
            <a:avLst/>
          </a:prstGeom>
        </p:spPr>
      </p:pic>
      <p:sp>
        <p:nvSpPr>
          <p:cNvPr id="12" name="Holder 2">
            <a:extLst>
              <a:ext uri="{FF2B5EF4-FFF2-40B4-BE49-F238E27FC236}">
                <a16:creationId xmlns:a16="http://schemas.microsoft.com/office/drawing/2014/main" id="{6A87A3A9-70BA-E146-A408-0834738D0DE4}"/>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3" name="Text Placeholder 7">
            <a:extLst>
              <a:ext uri="{FF2B5EF4-FFF2-40B4-BE49-F238E27FC236}">
                <a16:creationId xmlns:a16="http://schemas.microsoft.com/office/drawing/2014/main" id="{08A94F65-F10B-464A-B233-0274DFED7D75}"/>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b="0">
                <a:solidFill>
                  <a:schemeClr val="tx1">
                    <a:lumMod val="50000"/>
                    <a:lumOff val="50000"/>
                  </a:schemeClr>
                </a:solidFill>
              </a:defRPr>
            </a:lvl1pPr>
          </a:lstStyle>
          <a:p>
            <a:pPr lvl="0"/>
            <a:r>
              <a:rPr lang="en-US"/>
              <a:t>Click to add subheading </a:t>
            </a:r>
          </a:p>
        </p:txBody>
      </p:sp>
      <p:sp>
        <p:nvSpPr>
          <p:cNvPr id="14" name="Text Placeholder 10">
            <a:extLst>
              <a:ext uri="{FF2B5EF4-FFF2-40B4-BE49-F238E27FC236}">
                <a16:creationId xmlns:a16="http://schemas.microsoft.com/office/drawing/2014/main" id="{A044809F-3A4A-6540-94E5-5E55948B3D16}"/>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2963162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Only">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9" name="Holder 2">
            <a:extLst>
              <a:ext uri="{FF2B5EF4-FFF2-40B4-BE49-F238E27FC236}">
                <a16:creationId xmlns:a16="http://schemas.microsoft.com/office/drawing/2014/main" id="{129985E9-CDC2-6646-A7DD-6E888AC412E9}"/>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0" name="Text Placeholder 7">
            <a:extLst>
              <a:ext uri="{FF2B5EF4-FFF2-40B4-BE49-F238E27FC236}">
                <a16:creationId xmlns:a16="http://schemas.microsoft.com/office/drawing/2014/main" id="{39AC9CE5-5249-E146-9F02-A704FC5C6C5B}"/>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12" name="Text Placeholder 10">
            <a:extLst>
              <a:ext uri="{FF2B5EF4-FFF2-40B4-BE49-F238E27FC236}">
                <a16:creationId xmlns:a16="http://schemas.microsoft.com/office/drawing/2014/main" id="{F80652F8-AE47-EA4B-8708-F792B942BCB2}"/>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3434300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23880238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Only">
    <p:bg>
      <p:bgPr>
        <a:solidFill>
          <a:schemeClr val="bg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915120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Only">
    <p:bg>
      <p:bgPr>
        <a:solidFill>
          <a:schemeClr val="tx1">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4129" cy="68580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5A9C6CA0-E345-9B43-A270-012409DEE3E0}"/>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13394040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_Title Only">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78058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itle Only">
    <p:bg>
      <p:bgPr>
        <a:solidFill>
          <a:schemeClr val="accent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905132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4A7445-D3F2-4150-873C-223F89C45CCC}"/>
              </a:ext>
            </a:extLst>
          </p:cNvPr>
          <p:cNvSpPr/>
          <p:nvPr userDrawn="1"/>
        </p:nvSpPr>
        <p:spPr bwMode="gray">
          <a:xfrm>
            <a:off x="388177" y="674610"/>
            <a:ext cx="11415647" cy="5673995"/>
          </a:xfrm>
          <a:prstGeom prst="rect">
            <a:avLst/>
          </a:prstGeom>
          <a:solidFill>
            <a:schemeClr val="bg1"/>
          </a:solidFill>
          <a:ln w="9525" algn="ctr">
            <a:solidFill>
              <a:schemeClr val="bg1">
                <a:lumMod val="75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Open Sans"/>
            </a:endParaRPr>
          </a:p>
        </p:txBody>
      </p:sp>
    </p:spTree>
    <p:extLst>
      <p:ext uri="{BB962C8B-B14F-4D97-AF65-F5344CB8AC3E}">
        <p14:creationId xmlns:p14="http://schemas.microsoft.com/office/powerpoint/2010/main" val="29790868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14" name="Rectangle 13">
            <a:extLst>
              <a:ext uri="{FF2B5EF4-FFF2-40B4-BE49-F238E27FC236}">
                <a16:creationId xmlns:a16="http://schemas.microsoft.com/office/drawing/2014/main" id="{7030BF93-7CA5-4AF7-8AD8-784DF2C240EA}"/>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7A984CC0-E89A-462B-AE05-48D2BBDF1B1A}"/>
              </a:ext>
            </a:extLst>
          </p:cNvPr>
          <p:cNvGrpSpPr/>
          <p:nvPr userDrawn="1"/>
        </p:nvGrpSpPr>
        <p:grpSpPr>
          <a:xfrm rot="16200000">
            <a:off x="6699397" y="1342272"/>
            <a:ext cx="6311200" cy="4183462"/>
            <a:chOff x="5617474" y="2413256"/>
            <a:chExt cx="6374640" cy="4225515"/>
          </a:xfrm>
        </p:grpSpPr>
        <p:sp>
          <p:nvSpPr>
            <p:cNvPr id="16" name="Rectangle 15">
              <a:extLst>
                <a:ext uri="{FF2B5EF4-FFF2-40B4-BE49-F238E27FC236}">
                  <a16:creationId xmlns:a16="http://schemas.microsoft.com/office/drawing/2014/main" id="{02F24D00-91E7-41ED-8417-2494BA7A7B3C}"/>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814B7CB-6B93-4982-BC9F-F0F2094BE15F}"/>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23E7FB9-91B3-4149-9777-41C25A827FC2}"/>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6371FA6-C67F-4442-8B69-4E5637EE3C57}"/>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AD10D9A-6E4C-44D0-8304-2292F42A3A3D}"/>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018A2A8-E591-4DCE-8124-5B21C79B2E46}"/>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1" name="Picture 30" descr="A picture containing logo&#10;&#10;Description automatically generated">
            <a:extLst>
              <a:ext uri="{FF2B5EF4-FFF2-40B4-BE49-F238E27FC236}">
                <a16:creationId xmlns:a16="http://schemas.microsoft.com/office/drawing/2014/main" id="{027D0D8D-CCA9-4BB6-B640-5DD089FA04D2}"/>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32" name="TextBox 31">
            <a:extLst>
              <a:ext uri="{FF2B5EF4-FFF2-40B4-BE49-F238E27FC236}">
                <a16:creationId xmlns:a16="http://schemas.microsoft.com/office/drawing/2014/main" id="{B9D2AD59-7857-4792-AD8F-790172550B60}"/>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90795162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p:nvPicPr>
        <p:blipFill>
          <a:blip r:embed="rId2"/>
          <a:stretch>
            <a:fillRect/>
          </a:stretch>
        </p:blipFill>
        <p:spPr>
          <a:xfrm>
            <a:off x="323213" y="6282600"/>
            <a:ext cx="1921962" cy="286250"/>
          </a:xfrm>
          <a:prstGeom prst="rect">
            <a:avLst/>
          </a:prstGeom>
        </p:spPr>
      </p:pic>
      <p:grpSp>
        <p:nvGrpSpPr>
          <p:cNvPr id="16" name="Group 15">
            <a:extLst>
              <a:ext uri="{FF2B5EF4-FFF2-40B4-BE49-F238E27FC236}">
                <a16:creationId xmlns:a16="http://schemas.microsoft.com/office/drawing/2014/main" id="{E0E5428A-0A35-A34A-8CAC-9BAD5ECD8D93}"/>
              </a:ext>
            </a:extLst>
          </p:cNvPr>
          <p:cNvGrpSpPr/>
          <p:nvPr/>
        </p:nvGrpSpPr>
        <p:grpSpPr>
          <a:xfrm rot="16200000">
            <a:off x="6699397" y="1342272"/>
            <a:ext cx="6311200" cy="4183462"/>
            <a:chOff x="5617474" y="2413256"/>
            <a:chExt cx="6374640" cy="4225515"/>
          </a:xfrm>
        </p:grpSpPr>
        <p:sp>
          <p:nvSpPr>
            <p:cNvPr id="17" name="Rectangle 16">
              <a:extLst>
                <a:ext uri="{FF2B5EF4-FFF2-40B4-BE49-F238E27FC236}">
                  <a16:creationId xmlns:a16="http://schemas.microsoft.com/office/drawing/2014/main" id="{42914CD1-A2DB-634C-83C4-D51286B21E48}"/>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2D141B-A735-1E43-A950-7B92CD553EBD}"/>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2D63E7-1921-1445-81B8-AF0AB6203FFC}"/>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243AC40-FAB9-374C-B1DC-5A8FD95DDE5A}"/>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AA3AD-D464-2D48-8F12-C0F8F06AD9B9}"/>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F8FEAA2-0461-6A44-9279-256942B192E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1">
            <a:extLst>
              <a:ext uri="{FF2B5EF4-FFF2-40B4-BE49-F238E27FC236}">
                <a16:creationId xmlns:a16="http://schemas.microsoft.com/office/drawing/2014/main" id="{64FB6912-BF55-1B4F-A155-EFC65F2AFFD4}"/>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bg1"/>
                </a:solidFill>
              </a:defRPr>
            </a:lvl1pPr>
          </a:lstStyle>
          <a:p>
            <a:r>
              <a:rPr lang="en-US"/>
              <a:t>Lorem </a:t>
            </a:r>
            <a:br>
              <a:rPr lang="en-US"/>
            </a:br>
            <a:r>
              <a:rPr lang="en-US"/>
              <a:t>ipsum dolor</a:t>
            </a:r>
          </a:p>
        </p:txBody>
      </p:sp>
      <p:sp>
        <p:nvSpPr>
          <p:cNvPr id="14" name="Rectangle 13">
            <a:extLst>
              <a:ext uri="{FF2B5EF4-FFF2-40B4-BE49-F238E27FC236}">
                <a16:creationId xmlns:a16="http://schemas.microsoft.com/office/drawing/2014/main" id="{691B1822-EBFF-419B-BEAE-E03B938FFA24}"/>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icture containing drawing, mug&#10;&#10;Description automatically generated">
            <a:extLst>
              <a:ext uri="{FF2B5EF4-FFF2-40B4-BE49-F238E27FC236}">
                <a16:creationId xmlns:a16="http://schemas.microsoft.com/office/drawing/2014/main" id="{9F1289EA-41BD-47CA-BF7B-7D428B12938F}"/>
              </a:ext>
            </a:extLst>
          </p:cNvPr>
          <p:cNvPicPr>
            <a:picLocks noChangeAspect="1"/>
          </p:cNvPicPr>
          <p:nvPr userDrawn="1"/>
        </p:nvPicPr>
        <p:blipFill>
          <a:blip r:embed="rId2"/>
          <a:stretch>
            <a:fillRect/>
          </a:stretch>
        </p:blipFill>
        <p:spPr>
          <a:xfrm>
            <a:off x="323213" y="6282600"/>
            <a:ext cx="1921962" cy="286250"/>
          </a:xfrm>
          <a:prstGeom prst="rect">
            <a:avLst/>
          </a:prstGeom>
        </p:spPr>
      </p:pic>
      <p:grpSp>
        <p:nvGrpSpPr>
          <p:cNvPr id="25" name="Group 24">
            <a:extLst>
              <a:ext uri="{FF2B5EF4-FFF2-40B4-BE49-F238E27FC236}">
                <a16:creationId xmlns:a16="http://schemas.microsoft.com/office/drawing/2014/main" id="{803C653E-8ABD-43A2-ADEA-146ACC6A60E5}"/>
              </a:ext>
            </a:extLst>
          </p:cNvPr>
          <p:cNvGrpSpPr/>
          <p:nvPr userDrawn="1"/>
        </p:nvGrpSpPr>
        <p:grpSpPr>
          <a:xfrm rot="16200000">
            <a:off x="6699397" y="1342272"/>
            <a:ext cx="6311200" cy="4183462"/>
            <a:chOff x="5617474" y="2413256"/>
            <a:chExt cx="6374640" cy="4225515"/>
          </a:xfrm>
        </p:grpSpPr>
        <p:sp>
          <p:nvSpPr>
            <p:cNvPr id="26" name="Rectangle 25">
              <a:extLst>
                <a:ext uri="{FF2B5EF4-FFF2-40B4-BE49-F238E27FC236}">
                  <a16:creationId xmlns:a16="http://schemas.microsoft.com/office/drawing/2014/main" id="{71EBFCA7-8AB6-4CC0-A7D0-FEF539D92A5E}"/>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A64D4A9-167F-4C26-B8DF-E2A48175760F}"/>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FBDD313-F4F6-490D-B91A-5B39CF55C54A}"/>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E4AD6FF-5624-4213-8FCD-FA7D8B9ABA2C}"/>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814DD8C-0F85-400F-9F4E-E6C2FBF50017}"/>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7D4DDA3-D89B-486F-B859-FA1270C8A61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5504FB2D-A2C9-44BA-9A41-AE943A4C0BE5}"/>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337864743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_2">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52" name="TextBox 51">
            <a:extLst>
              <a:ext uri="{FF2B5EF4-FFF2-40B4-BE49-F238E27FC236}">
                <a16:creationId xmlns:a16="http://schemas.microsoft.com/office/drawing/2014/main" id="{A546E08A-8A68-F34E-8996-875FB979BA04}"/>
              </a:ext>
            </a:extLst>
          </p:cNvPr>
          <p:cNvSpPr txBox="1"/>
          <p:nvPr/>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14" name="Rectangle 13">
            <a:extLst>
              <a:ext uri="{FF2B5EF4-FFF2-40B4-BE49-F238E27FC236}">
                <a16:creationId xmlns:a16="http://schemas.microsoft.com/office/drawing/2014/main" id="{AB57A2FE-C5A4-4939-8F3A-C23250EE83CF}"/>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B077040A-55D2-4B8E-BC63-1A1E276EC5F1}"/>
              </a:ext>
            </a:extLst>
          </p:cNvPr>
          <p:cNvGrpSpPr/>
          <p:nvPr userDrawn="1"/>
        </p:nvGrpSpPr>
        <p:grpSpPr>
          <a:xfrm rot="16200000">
            <a:off x="6699397" y="1342272"/>
            <a:ext cx="6311200" cy="4183462"/>
            <a:chOff x="5617474" y="2413256"/>
            <a:chExt cx="6374640" cy="4225515"/>
          </a:xfrm>
        </p:grpSpPr>
        <p:sp>
          <p:nvSpPr>
            <p:cNvPr id="16" name="Rectangle 15">
              <a:extLst>
                <a:ext uri="{FF2B5EF4-FFF2-40B4-BE49-F238E27FC236}">
                  <a16:creationId xmlns:a16="http://schemas.microsoft.com/office/drawing/2014/main" id="{B0BE664F-DF33-4142-BD4C-C3C87C140025}"/>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239F404-9DAC-4068-8065-4E6C14587A3F}"/>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547D957-7325-4E46-863F-5CC6EE9CA428}"/>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E30B475-2D05-4A9B-B0B8-F2D02D395E63}"/>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EDC46C-92C2-479A-B1B3-940B80F48B5B}"/>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098164D-3073-413D-8F83-99557AAD88CF}"/>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1" name="Picture 30" descr="A picture containing logo&#10;&#10;Description automatically generated">
            <a:extLst>
              <a:ext uri="{FF2B5EF4-FFF2-40B4-BE49-F238E27FC236}">
                <a16:creationId xmlns:a16="http://schemas.microsoft.com/office/drawing/2014/main" id="{6770BD0E-1D85-446D-B951-A0E68693BBD4}"/>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57068678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41" name="Picture Placeholder 54">
            <a:extLst>
              <a:ext uri="{FF2B5EF4-FFF2-40B4-BE49-F238E27FC236}">
                <a16:creationId xmlns:a16="http://schemas.microsoft.com/office/drawing/2014/main" id="{813D2CEF-E490-4A43-BA2A-6248F609ECB3}"/>
              </a:ext>
            </a:extLst>
          </p:cNvPr>
          <p:cNvSpPr>
            <a:spLocks noGrp="1"/>
          </p:cNvSpPr>
          <p:nvPr>
            <p:ph type="pic" sz="quarter" idx="21"/>
          </p:nvPr>
        </p:nvSpPr>
        <p:spPr>
          <a:xfrm>
            <a:off x="5619918" y="235016"/>
            <a:ext cx="2006600" cy="2005798"/>
          </a:xfrm>
          <a:prstGeom prst="ellipse">
            <a:avLst/>
          </a:prstGeom>
          <a:solidFill>
            <a:schemeClr val="accent1"/>
          </a:solidFill>
        </p:spPr>
        <p:txBody>
          <a:bodyPr/>
          <a:lstStyle/>
          <a:p>
            <a:r>
              <a:rPr lang="en-US"/>
              <a:t>Click icon to add picture</a:t>
            </a:r>
          </a:p>
        </p:txBody>
      </p:sp>
      <p:sp>
        <p:nvSpPr>
          <p:cNvPr id="42" name="Picture Placeholder 54">
            <a:extLst>
              <a:ext uri="{FF2B5EF4-FFF2-40B4-BE49-F238E27FC236}">
                <a16:creationId xmlns:a16="http://schemas.microsoft.com/office/drawing/2014/main" id="{8E6D7200-6943-3941-A2F6-F022A3B82384}"/>
              </a:ext>
            </a:extLst>
          </p:cNvPr>
          <p:cNvSpPr>
            <a:spLocks noGrp="1"/>
          </p:cNvSpPr>
          <p:nvPr>
            <p:ph type="pic" sz="quarter" idx="15"/>
          </p:nvPr>
        </p:nvSpPr>
        <p:spPr>
          <a:xfrm>
            <a:off x="5619918" y="2425459"/>
            <a:ext cx="2006600" cy="2005798"/>
          </a:xfrm>
          <a:solidFill>
            <a:schemeClr val="accent2"/>
          </a:solidFill>
        </p:spPr>
        <p:txBody>
          <a:bodyPr/>
          <a:lstStyle/>
          <a:p>
            <a:r>
              <a:rPr lang="en-US"/>
              <a:t>Click icon to add picture</a:t>
            </a:r>
          </a:p>
        </p:txBody>
      </p:sp>
      <p:sp>
        <p:nvSpPr>
          <p:cNvPr id="43" name="Picture Placeholder 54">
            <a:extLst>
              <a:ext uri="{FF2B5EF4-FFF2-40B4-BE49-F238E27FC236}">
                <a16:creationId xmlns:a16="http://schemas.microsoft.com/office/drawing/2014/main" id="{D8C3124C-89A2-B94E-8A24-2377D257125A}"/>
              </a:ext>
            </a:extLst>
          </p:cNvPr>
          <p:cNvSpPr>
            <a:spLocks noGrp="1"/>
          </p:cNvSpPr>
          <p:nvPr>
            <p:ph type="pic" sz="quarter" idx="16"/>
          </p:nvPr>
        </p:nvSpPr>
        <p:spPr>
          <a:xfrm>
            <a:off x="5619918" y="4622684"/>
            <a:ext cx="2006600" cy="2005798"/>
          </a:xfrm>
          <a:solidFill>
            <a:schemeClr val="accent1"/>
          </a:solidFill>
        </p:spPr>
        <p:txBody>
          <a:bodyPr/>
          <a:lstStyle/>
          <a:p>
            <a:r>
              <a:rPr lang="en-US"/>
              <a:t>Click icon to add picture</a:t>
            </a:r>
          </a:p>
        </p:txBody>
      </p:sp>
      <p:sp>
        <p:nvSpPr>
          <p:cNvPr id="44" name="Picture Placeholder 54">
            <a:extLst>
              <a:ext uri="{FF2B5EF4-FFF2-40B4-BE49-F238E27FC236}">
                <a16:creationId xmlns:a16="http://schemas.microsoft.com/office/drawing/2014/main" id="{501D1DB9-E0C3-CC48-8F55-F2B44F631657}"/>
              </a:ext>
            </a:extLst>
          </p:cNvPr>
          <p:cNvSpPr>
            <a:spLocks noGrp="1"/>
          </p:cNvSpPr>
          <p:nvPr>
            <p:ph type="pic" sz="quarter" idx="17"/>
          </p:nvPr>
        </p:nvSpPr>
        <p:spPr>
          <a:xfrm>
            <a:off x="7806639" y="4622684"/>
            <a:ext cx="2006600" cy="2005798"/>
          </a:xfrm>
          <a:solidFill>
            <a:schemeClr val="bg2"/>
          </a:solidFill>
        </p:spPr>
        <p:txBody>
          <a:bodyPr/>
          <a:lstStyle/>
          <a:p>
            <a:r>
              <a:rPr lang="en-US"/>
              <a:t>Click icon to add picture</a:t>
            </a:r>
          </a:p>
        </p:txBody>
      </p:sp>
      <p:sp>
        <p:nvSpPr>
          <p:cNvPr id="45" name="Picture Placeholder 54">
            <a:extLst>
              <a:ext uri="{FF2B5EF4-FFF2-40B4-BE49-F238E27FC236}">
                <a16:creationId xmlns:a16="http://schemas.microsoft.com/office/drawing/2014/main" id="{CD6755C7-1428-A441-85D4-9C5529A1686B}"/>
              </a:ext>
            </a:extLst>
          </p:cNvPr>
          <p:cNvSpPr>
            <a:spLocks noGrp="1"/>
          </p:cNvSpPr>
          <p:nvPr>
            <p:ph type="pic" sz="quarter" idx="18"/>
          </p:nvPr>
        </p:nvSpPr>
        <p:spPr>
          <a:xfrm>
            <a:off x="9993359" y="2425459"/>
            <a:ext cx="2006600" cy="2005798"/>
          </a:xfrm>
          <a:solidFill>
            <a:schemeClr val="bg2"/>
          </a:solidFill>
        </p:spPr>
        <p:txBody>
          <a:bodyPr/>
          <a:lstStyle/>
          <a:p>
            <a:r>
              <a:rPr lang="en-US"/>
              <a:t>Click icon to add picture</a:t>
            </a:r>
          </a:p>
        </p:txBody>
      </p:sp>
      <p:sp>
        <p:nvSpPr>
          <p:cNvPr id="46" name="Picture Placeholder 54">
            <a:extLst>
              <a:ext uri="{FF2B5EF4-FFF2-40B4-BE49-F238E27FC236}">
                <a16:creationId xmlns:a16="http://schemas.microsoft.com/office/drawing/2014/main" id="{32AB4C08-4EDF-5949-94C6-12BFE7BE182E}"/>
              </a:ext>
            </a:extLst>
          </p:cNvPr>
          <p:cNvSpPr>
            <a:spLocks noGrp="1"/>
          </p:cNvSpPr>
          <p:nvPr>
            <p:ph type="pic" sz="quarter" idx="19"/>
          </p:nvPr>
        </p:nvSpPr>
        <p:spPr>
          <a:xfrm>
            <a:off x="9993359" y="235016"/>
            <a:ext cx="2006600" cy="2005798"/>
          </a:xfrm>
          <a:solidFill>
            <a:schemeClr val="accent1"/>
          </a:solidFill>
        </p:spPr>
        <p:txBody>
          <a:bodyPr/>
          <a:lstStyle/>
          <a:p>
            <a:r>
              <a:rPr lang="en-US"/>
              <a:t>Click icon to add picture</a:t>
            </a:r>
          </a:p>
        </p:txBody>
      </p:sp>
      <p:sp>
        <p:nvSpPr>
          <p:cNvPr id="47" name="Picture Placeholder 54">
            <a:extLst>
              <a:ext uri="{FF2B5EF4-FFF2-40B4-BE49-F238E27FC236}">
                <a16:creationId xmlns:a16="http://schemas.microsoft.com/office/drawing/2014/main" id="{8691E5DA-FC53-CB40-937F-440E7C5C689F}"/>
              </a:ext>
            </a:extLst>
          </p:cNvPr>
          <p:cNvSpPr>
            <a:spLocks noGrp="1"/>
          </p:cNvSpPr>
          <p:nvPr>
            <p:ph type="pic" sz="quarter" idx="20"/>
          </p:nvPr>
        </p:nvSpPr>
        <p:spPr>
          <a:xfrm>
            <a:off x="7806639" y="235016"/>
            <a:ext cx="2006600" cy="2005798"/>
          </a:xfrm>
          <a:solidFill>
            <a:schemeClr val="bg2"/>
          </a:solidFill>
        </p:spPr>
        <p:txBody>
          <a:bodyPr/>
          <a:lstStyle/>
          <a:p>
            <a:r>
              <a:rPr lang="en-US"/>
              <a:t>Click icon to add picture</a:t>
            </a:r>
          </a:p>
        </p:txBody>
      </p:sp>
      <p:sp>
        <p:nvSpPr>
          <p:cNvPr id="48" name="Picture Placeholder 54">
            <a:extLst>
              <a:ext uri="{FF2B5EF4-FFF2-40B4-BE49-F238E27FC236}">
                <a16:creationId xmlns:a16="http://schemas.microsoft.com/office/drawing/2014/main" id="{8B4C8707-7538-794A-9D07-211B33CC516A}"/>
              </a:ext>
            </a:extLst>
          </p:cNvPr>
          <p:cNvSpPr>
            <a:spLocks noGrp="1"/>
          </p:cNvSpPr>
          <p:nvPr>
            <p:ph type="pic" sz="quarter" idx="22"/>
          </p:nvPr>
        </p:nvSpPr>
        <p:spPr>
          <a:xfrm>
            <a:off x="7806238" y="2425459"/>
            <a:ext cx="2006600" cy="2005798"/>
          </a:xfrm>
          <a:prstGeom prst="ellipse">
            <a:avLst/>
          </a:prstGeom>
          <a:solidFill>
            <a:schemeClr val="accent2"/>
          </a:solidFill>
        </p:spPr>
        <p:txBody>
          <a:bodyPr/>
          <a:lstStyle/>
          <a:p>
            <a:r>
              <a:rPr lang="en-US"/>
              <a:t>Click icon to add picture</a:t>
            </a:r>
          </a:p>
        </p:txBody>
      </p:sp>
      <p:sp>
        <p:nvSpPr>
          <p:cNvPr id="49" name="Picture Placeholder 54">
            <a:extLst>
              <a:ext uri="{FF2B5EF4-FFF2-40B4-BE49-F238E27FC236}">
                <a16:creationId xmlns:a16="http://schemas.microsoft.com/office/drawing/2014/main" id="{17DED411-A7E4-144E-8FED-05272BE5061B}"/>
              </a:ext>
            </a:extLst>
          </p:cNvPr>
          <p:cNvSpPr>
            <a:spLocks noGrp="1"/>
          </p:cNvSpPr>
          <p:nvPr>
            <p:ph type="pic" sz="quarter" idx="23"/>
          </p:nvPr>
        </p:nvSpPr>
        <p:spPr>
          <a:xfrm>
            <a:off x="9992557" y="4622684"/>
            <a:ext cx="2006600" cy="2005798"/>
          </a:xfrm>
          <a:prstGeom prst="ellipse">
            <a:avLst/>
          </a:prstGeom>
          <a:solidFill>
            <a:schemeClr val="accent2"/>
          </a:solidFill>
        </p:spPr>
        <p:txBody>
          <a:bodyPr/>
          <a:lstStyle/>
          <a:p>
            <a:r>
              <a:rPr lang="en-US"/>
              <a:t>Click icon to add picture</a:t>
            </a:r>
          </a:p>
        </p:txBody>
      </p:sp>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16" name="Rectangle 15">
            <a:extLst>
              <a:ext uri="{FF2B5EF4-FFF2-40B4-BE49-F238E27FC236}">
                <a16:creationId xmlns:a16="http://schemas.microsoft.com/office/drawing/2014/main" id="{E557F1DE-3A1F-455D-921B-7EDCDB060549}"/>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icture containing logo&#10;&#10;Description automatically generated">
            <a:extLst>
              <a:ext uri="{FF2B5EF4-FFF2-40B4-BE49-F238E27FC236}">
                <a16:creationId xmlns:a16="http://schemas.microsoft.com/office/drawing/2014/main" id="{759938D0-3621-475E-8915-A9DBAB9D569B}"/>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9" name="TextBox 18">
            <a:extLst>
              <a:ext uri="{FF2B5EF4-FFF2-40B4-BE49-F238E27FC236}">
                <a16:creationId xmlns:a16="http://schemas.microsoft.com/office/drawing/2014/main" id="{C299A8FF-3BBC-452F-AC58-752EF4E7933D}"/>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212659590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16" name="Picture Placeholder 54">
            <a:extLst>
              <a:ext uri="{FF2B5EF4-FFF2-40B4-BE49-F238E27FC236}">
                <a16:creationId xmlns:a16="http://schemas.microsoft.com/office/drawing/2014/main" id="{2320438A-EEE4-4F41-826E-2F15F3605C97}"/>
              </a:ext>
            </a:extLst>
          </p:cNvPr>
          <p:cNvSpPr>
            <a:spLocks noGrp="1"/>
          </p:cNvSpPr>
          <p:nvPr>
            <p:ph type="pic" sz="quarter" idx="19"/>
          </p:nvPr>
        </p:nvSpPr>
        <p:spPr>
          <a:xfrm>
            <a:off x="5619918" y="235016"/>
            <a:ext cx="6380041" cy="6393466"/>
          </a:xfrm>
          <a:solidFill>
            <a:schemeClr val="accent1"/>
          </a:solidFill>
        </p:spPr>
        <p:txBody>
          <a:bodyPr/>
          <a:lstStyle/>
          <a:p>
            <a:r>
              <a:rPr lang="en-US"/>
              <a:t>Click icon to add picture</a:t>
            </a:r>
          </a:p>
        </p:txBody>
      </p:sp>
      <p:sp>
        <p:nvSpPr>
          <p:cNvPr id="8" name="Rectangle 7">
            <a:extLst>
              <a:ext uri="{FF2B5EF4-FFF2-40B4-BE49-F238E27FC236}">
                <a16:creationId xmlns:a16="http://schemas.microsoft.com/office/drawing/2014/main" id="{D340CECE-6716-4EBA-BD33-A74D3FF84EAF}"/>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logo&#10;&#10;Description automatically generated">
            <a:extLst>
              <a:ext uri="{FF2B5EF4-FFF2-40B4-BE49-F238E27FC236}">
                <a16:creationId xmlns:a16="http://schemas.microsoft.com/office/drawing/2014/main" id="{8DFC2C97-0662-459F-840D-7099AC81D6EF}"/>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1" name="TextBox 10">
            <a:extLst>
              <a:ext uri="{FF2B5EF4-FFF2-40B4-BE49-F238E27FC236}">
                <a16:creationId xmlns:a16="http://schemas.microsoft.com/office/drawing/2014/main" id="{94B19614-A95B-47ED-B130-66748280E3E2}"/>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376722650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8" name="Picture Placeholder 54">
            <a:extLst>
              <a:ext uri="{FF2B5EF4-FFF2-40B4-BE49-F238E27FC236}">
                <a16:creationId xmlns:a16="http://schemas.microsoft.com/office/drawing/2014/main" id="{94F71195-5164-6642-8CF4-E5AA9705B94F}"/>
              </a:ext>
            </a:extLst>
          </p:cNvPr>
          <p:cNvSpPr>
            <a:spLocks noGrp="1"/>
          </p:cNvSpPr>
          <p:nvPr>
            <p:ph type="pic" sz="quarter" idx="19"/>
          </p:nvPr>
        </p:nvSpPr>
        <p:spPr>
          <a:xfrm>
            <a:off x="5619918" y="235016"/>
            <a:ext cx="6380041" cy="6393466"/>
          </a:xfrm>
          <a:prstGeom prst="ellipse">
            <a:avLst/>
          </a:prstGeom>
          <a:solidFill>
            <a:schemeClr val="bg1">
              <a:lumMod val="95000"/>
            </a:schemeClr>
          </a:solidFill>
        </p:spPr>
        <p:txBody>
          <a:bodyPr/>
          <a:lstStyle/>
          <a:p>
            <a:r>
              <a:rPr lang="en-US"/>
              <a:t>Click icon to add picture</a:t>
            </a:r>
          </a:p>
        </p:txBody>
      </p:sp>
      <p:sp>
        <p:nvSpPr>
          <p:cNvPr id="9" name="Rectangle 8">
            <a:extLst>
              <a:ext uri="{FF2B5EF4-FFF2-40B4-BE49-F238E27FC236}">
                <a16:creationId xmlns:a16="http://schemas.microsoft.com/office/drawing/2014/main" id="{9C439041-E49A-4D80-A364-02D0D8F86695}"/>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logo&#10;&#10;Description automatically generated">
            <a:extLst>
              <a:ext uri="{FF2B5EF4-FFF2-40B4-BE49-F238E27FC236}">
                <a16:creationId xmlns:a16="http://schemas.microsoft.com/office/drawing/2014/main" id="{B0872330-B958-458B-BCF6-92EF9850854A}"/>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2" name="TextBox 11">
            <a:extLst>
              <a:ext uri="{FF2B5EF4-FFF2-40B4-BE49-F238E27FC236}">
                <a16:creationId xmlns:a16="http://schemas.microsoft.com/office/drawing/2014/main" id="{B27672E2-CB10-4D14-A3CB-9FA8FEAE02AF}"/>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389983940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65" name="Picture Placeholder 54">
            <a:extLst>
              <a:ext uri="{FF2B5EF4-FFF2-40B4-BE49-F238E27FC236}">
                <a16:creationId xmlns:a16="http://schemas.microsoft.com/office/drawing/2014/main" id="{E697434F-7999-9047-A194-6FA403BC0051}"/>
              </a:ext>
            </a:extLst>
          </p:cNvPr>
          <p:cNvSpPr>
            <a:spLocks noGrp="1"/>
          </p:cNvSpPr>
          <p:nvPr>
            <p:ph type="pic" sz="quarter" idx="21"/>
          </p:nvPr>
        </p:nvSpPr>
        <p:spPr>
          <a:xfrm>
            <a:off x="5619918" y="235016"/>
            <a:ext cx="2006600" cy="2005798"/>
          </a:xfrm>
          <a:prstGeom prst="ellipse">
            <a:avLst/>
          </a:prstGeom>
          <a:solidFill>
            <a:schemeClr val="bg2">
              <a:lumMod val="60000"/>
              <a:lumOff val="40000"/>
            </a:schemeClr>
          </a:solidFill>
        </p:spPr>
        <p:txBody>
          <a:bodyPr/>
          <a:lstStyle/>
          <a:p>
            <a:r>
              <a:rPr lang="en-US"/>
              <a:t>Click icon to add picture</a:t>
            </a:r>
          </a:p>
        </p:txBody>
      </p:sp>
      <p:sp>
        <p:nvSpPr>
          <p:cNvPr id="66" name="Picture Placeholder 54">
            <a:extLst>
              <a:ext uri="{FF2B5EF4-FFF2-40B4-BE49-F238E27FC236}">
                <a16:creationId xmlns:a16="http://schemas.microsoft.com/office/drawing/2014/main" id="{2209AC8B-534C-4D43-B16C-77FC053588C0}"/>
              </a:ext>
            </a:extLst>
          </p:cNvPr>
          <p:cNvSpPr>
            <a:spLocks noGrp="1"/>
          </p:cNvSpPr>
          <p:nvPr>
            <p:ph type="pic" sz="quarter" idx="15"/>
          </p:nvPr>
        </p:nvSpPr>
        <p:spPr>
          <a:xfrm>
            <a:off x="5619918" y="2425459"/>
            <a:ext cx="2006600" cy="2005798"/>
          </a:xfrm>
          <a:solidFill>
            <a:schemeClr val="bg2">
              <a:lumMod val="60000"/>
              <a:lumOff val="40000"/>
            </a:schemeClr>
          </a:solidFill>
        </p:spPr>
        <p:txBody>
          <a:bodyPr/>
          <a:lstStyle/>
          <a:p>
            <a:r>
              <a:rPr lang="en-US"/>
              <a:t>Click icon to add picture</a:t>
            </a:r>
          </a:p>
        </p:txBody>
      </p:sp>
      <p:sp>
        <p:nvSpPr>
          <p:cNvPr id="67" name="Picture Placeholder 54">
            <a:extLst>
              <a:ext uri="{FF2B5EF4-FFF2-40B4-BE49-F238E27FC236}">
                <a16:creationId xmlns:a16="http://schemas.microsoft.com/office/drawing/2014/main" id="{1D517556-06E1-F04E-A179-90723EFA6B80}"/>
              </a:ext>
            </a:extLst>
          </p:cNvPr>
          <p:cNvSpPr>
            <a:spLocks noGrp="1"/>
          </p:cNvSpPr>
          <p:nvPr>
            <p:ph type="pic" sz="quarter" idx="16"/>
          </p:nvPr>
        </p:nvSpPr>
        <p:spPr>
          <a:xfrm>
            <a:off x="5619918" y="4622684"/>
            <a:ext cx="2006600" cy="2005798"/>
          </a:xfrm>
          <a:solidFill>
            <a:schemeClr val="bg2">
              <a:lumMod val="60000"/>
              <a:lumOff val="40000"/>
            </a:schemeClr>
          </a:solidFill>
        </p:spPr>
        <p:txBody>
          <a:bodyPr/>
          <a:lstStyle/>
          <a:p>
            <a:r>
              <a:rPr lang="en-US"/>
              <a:t>Click icon to add picture</a:t>
            </a:r>
          </a:p>
        </p:txBody>
      </p:sp>
      <p:sp>
        <p:nvSpPr>
          <p:cNvPr id="68" name="Picture Placeholder 54">
            <a:extLst>
              <a:ext uri="{FF2B5EF4-FFF2-40B4-BE49-F238E27FC236}">
                <a16:creationId xmlns:a16="http://schemas.microsoft.com/office/drawing/2014/main" id="{4C31A59A-BCD6-7D42-9911-F533A2B0E974}"/>
              </a:ext>
            </a:extLst>
          </p:cNvPr>
          <p:cNvSpPr>
            <a:spLocks noGrp="1"/>
          </p:cNvSpPr>
          <p:nvPr>
            <p:ph type="pic" sz="quarter" idx="17"/>
          </p:nvPr>
        </p:nvSpPr>
        <p:spPr>
          <a:xfrm>
            <a:off x="7806639" y="4622684"/>
            <a:ext cx="2006600" cy="2005798"/>
          </a:xfrm>
          <a:solidFill>
            <a:schemeClr val="bg2">
              <a:lumMod val="60000"/>
              <a:lumOff val="40000"/>
            </a:schemeClr>
          </a:solidFill>
        </p:spPr>
        <p:txBody>
          <a:bodyPr/>
          <a:lstStyle/>
          <a:p>
            <a:r>
              <a:rPr lang="en-US"/>
              <a:t>Click icon to add picture</a:t>
            </a:r>
          </a:p>
        </p:txBody>
      </p:sp>
      <p:sp>
        <p:nvSpPr>
          <p:cNvPr id="69" name="Picture Placeholder 54">
            <a:extLst>
              <a:ext uri="{FF2B5EF4-FFF2-40B4-BE49-F238E27FC236}">
                <a16:creationId xmlns:a16="http://schemas.microsoft.com/office/drawing/2014/main" id="{7FF2D2D0-9BC4-5B40-A378-03CEA1CD3640}"/>
              </a:ext>
            </a:extLst>
          </p:cNvPr>
          <p:cNvSpPr>
            <a:spLocks noGrp="1"/>
          </p:cNvSpPr>
          <p:nvPr>
            <p:ph type="pic" sz="quarter" idx="18"/>
          </p:nvPr>
        </p:nvSpPr>
        <p:spPr>
          <a:xfrm>
            <a:off x="9993359" y="2425459"/>
            <a:ext cx="2006600" cy="2005798"/>
          </a:xfrm>
          <a:solidFill>
            <a:schemeClr val="bg2">
              <a:lumMod val="60000"/>
              <a:lumOff val="40000"/>
            </a:schemeClr>
          </a:solidFill>
        </p:spPr>
        <p:txBody>
          <a:bodyPr/>
          <a:lstStyle/>
          <a:p>
            <a:r>
              <a:rPr lang="en-US"/>
              <a:t>Click icon to add picture</a:t>
            </a:r>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9993359" y="235016"/>
            <a:ext cx="2006600" cy="2005798"/>
          </a:xfrm>
          <a:solidFill>
            <a:schemeClr val="bg2">
              <a:lumMod val="60000"/>
              <a:lumOff val="40000"/>
            </a:schemeClr>
          </a:solidFill>
        </p:spPr>
        <p:txBody>
          <a:bodyPr/>
          <a:lstStyle/>
          <a:p>
            <a:r>
              <a:rPr lang="en-US"/>
              <a:t>Click icon to add picture</a:t>
            </a:r>
          </a:p>
        </p:txBody>
      </p:sp>
      <p:sp>
        <p:nvSpPr>
          <p:cNvPr id="71" name="Picture Placeholder 54">
            <a:extLst>
              <a:ext uri="{FF2B5EF4-FFF2-40B4-BE49-F238E27FC236}">
                <a16:creationId xmlns:a16="http://schemas.microsoft.com/office/drawing/2014/main" id="{D5240813-F15A-8C47-A298-105FCFA02163}"/>
              </a:ext>
            </a:extLst>
          </p:cNvPr>
          <p:cNvSpPr>
            <a:spLocks noGrp="1"/>
          </p:cNvSpPr>
          <p:nvPr>
            <p:ph type="pic" sz="quarter" idx="20"/>
          </p:nvPr>
        </p:nvSpPr>
        <p:spPr>
          <a:xfrm>
            <a:off x="7806639" y="235016"/>
            <a:ext cx="2006600" cy="2005798"/>
          </a:xfrm>
          <a:solidFill>
            <a:schemeClr val="bg2">
              <a:lumMod val="60000"/>
              <a:lumOff val="40000"/>
            </a:schemeClr>
          </a:solidFill>
        </p:spPr>
        <p:txBody>
          <a:bodyPr/>
          <a:lstStyle/>
          <a:p>
            <a:r>
              <a:rPr lang="en-US"/>
              <a:t>Click icon to add picture</a:t>
            </a:r>
          </a:p>
        </p:txBody>
      </p:sp>
      <p:sp>
        <p:nvSpPr>
          <p:cNvPr id="72" name="Picture Placeholder 54">
            <a:extLst>
              <a:ext uri="{FF2B5EF4-FFF2-40B4-BE49-F238E27FC236}">
                <a16:creationId xmlns:a16="http://schemas.microsoft.com/office/drawing/2014/main" id="{F87F508F-16B9-0B45-A2B3-10A7A8A2CBEE}"/>
              </a:ext>
            </a:extLst>
          </p:cNvPr>
          <p:cNvSpPr>
            <a:spLocks noGrp="1"/>
          </p:cNvSpPr>
          <p:nvPr>
            <p:ph type="pic" sz="quarter" idx="22"/>
          </p:nvPr>
        </p:nvSpPr>
        <p:spPr>
          <a:xfrm>
            <a:off x="7806238" y="2425459"/>
            <a:ext cx="2006600" cy="2005798"/>
          </a:xfrm>
          <a:prstGeom prst="ellipse">
            <a:avLst/>
          </a:prstGeom>
          <a:solidFill>
            <a:schemeClr val="bg2">
              <a:lumMod val="60000"/>
              <a:lumOff val="40000"/>
            </a:schemeClr>
          </a:solidFill>
        </p:spPr>
        <p:txBody>
          <a:bodyPr/>
          <a:lstStyle/>
          <a:p>
            <a:r>
              <a:rPr lang="en-US"/>
              <a:t>Click icon to add picture</a:t>
            </a:r>
          </a:p>
        </p:txBody>
      </p:sp>
      <p:sp>
        <p:nvSpPr>
          <p:cNvPr id="73" name="Picture Placeholder 54">
            <a:extLst>
              <a:ext uri="{FF2B5EF4-FFF2-40B4-BE49-F238E27FC236}">
                <a16:creationId xmlns:a16="http://schemas.microsoft.com/office/drawing/2014/main" id="{1F6F4CE8-329C-054D-8A31-3136D7EB8340}"/>
              </a:ext>
            </a:extLst>
          </p:cNvPr>
          <p:cNvSpPr>
            <a:spLocks noGrp="1"/>
          </p:cNvSpPr>
          <p:nvPr>
            <p:ph type="pic" sz="quarter" idx="23"/>
          </p:nvPr>
        </p:nvSpPr>
        <p:spPr>
          <a:xfrm>
            <a:off x="9992557" y="4622684"/>
            <a:ext cx="2006600" cy="2005798"/>
          </a:xfrm>
          <a:prstGeom prst="ellipse">
            <a:avLst/>
          </a:prstGeom>
          <a:solidFill>
            <a:schemeClr val="bg2">
              <a:lumMod val="60000"/>
              <a:lumOff val="40000"/>
            </a:schemeClr>
          </a:solidFill>
        </p:spPr>
        <p:txBody>
          <a:bodyPr/>
          <a:lstStyle/>
          <a:p>
            <a:r>
              <a:rPr lang="en-US"/>
              <a:t>Click icon to add picture</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16" name="Rectangle 15">
            <a:extLst>
              <a:ext uri="{FF2B5EF4-FFF2-40B4-BE49-F238E27FC236}">
                <a16:creationId xmlns:a16="http://schemas.microsoft.com/office/drawing/2014/main" id="{5765D78A-D00F-48B5-970F-FCFF3F666F82}"/>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picture containing logo&#10;&#10;Description automatically generated">
            <a:extLst>
              <a:ext uri="{FF2B5EF4-FFF2-40B4-BE49-F238E27FC236}">
                <a16:creationId xmlns:a16="http://schemas.microsoft.com/office/drawing/2014/main" id="{1A094853-3EE2-4C73-A753-4255C57DBE77}"/>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9" name="TextBox 18">
            <a:extLst>
              <a:ext uri="{FF2B5EF4-FFF2-40B4-BE49-F238E27FC236}">
                <a16:creationId xmlns:a16="http://schemas.microsoft.com/office/drawing/2014/main" id="{EED1CEB4-88F9-449B-ACF0-E02FA5F12A8B}"/>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1189867093"/>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solidFill>
            <a:schemeClr val="bg2">
              <a:lumMod val="60000"/>
              <a:lumOff val="4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8" name="Rectangle 7">
            <a:extLst>
              <a:ext uri="{FF2B5EF4-FFF2-40B4-BE49-F238E27FC236}">
                <a16:creationId xmlns:a16="http://schemas.microsoft.com/office/drawing/2014/main" id="{AC773434-F504-41F7-AAEA-AE3E76D13805}"/>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logo&#10;&#10;Description automatically generated">
            <a:extLst>
              <a:ext uri="{FF2B5EF4-FFF2-40B4-BE49-F238E27FC236}">
                <a16:creationId xmlns:a16="http://schemas.microsoft.com/office/drawing/2014/main" id="{04101A63-8D64-4F63-B03D-03F898112146}"/>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1" name="TextBox 10">
            <a:extLst>
              <a:ext uri="{FF2B5EF4-FFF2-40B4-BE49-F238E27FC236}">
                <a16:creationId xmlns:a16="http://schemas.microsoft.com/office/drawing/2014/main" id="{D210013E-1612-4B72-A2E2-37DDCB53F54C}"/>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401406907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prstGeom prst="ellipse">
            <a:avLst/>
          </a:prstGeom>
          <a:solidFill>
            <a:schemeClr val="bg2">
              <a:lumMod val="60000"/>
              <a:lumOff val="4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8" name="Rectangle 7">
            <a:extLst>
              <a:ext uri="{FF2B5EF4-FFF2-40B4-BE49-F238E27FC236}">
                <a16:creationId xmlns:a16="http://schemas.microsoft.com/office/drawing/2014/main" id="{84B90A87-D5B4-4EF0-B5E6-7E796BEE261A}"/>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logo&#10;&#10;Description automatically generated">
            <a:extLst>
              <a:ext uri="{FF2B5EF4-FFF2-40B4-BE49-F238E27FC236}">
                <a16:creationId xmlns:a16="http://schemas.microsoft.com/office/drawing/2014/main" id="{B829665E-4B2F-4D8E-B3AD-C4D46B2E9798}"/>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2" name="TextBox 11">
            <a:extLst>
              <a:ext uri="{FF2B5EF4-FFF2-40B4-BE49-F238E27FC236}">
                <a16:creationId xmlns:a16="http://schemas.microsoft.com/office/drawing/2014/main" id="{B6230A3D-0047-4D5F-947A-5F2760C04CB8}"/>
              </a:ext>
            </a:extLst>
          </p:cNvPr>
          <p:cNvSpPr txBox="1"/>
          <p:nvPr userDrawn="1"/>
        </p:nvSpPr>
        <p:spPr>
          <a:xfrm>
            <a:off x="332413" y="31217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92500467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p:nvPr>
        </p:nvSpPr>
        <p:spPr>
          <a:xfrm>
            <a:off x="374836" y="419100"/>
            <a:ext cx="4791076" cy="227286"/>
          </a:xfrm>
          <a:prstGeom prst="rect">
            <a:avLst/>
          </a:prstGeom>
        </p:spPr>
        <p:txBody>
          <a:bodyPr lIns="0" anchor="ctr">
            <a:noAutofit/>
          </a:bodyPr>
          <a:lstStyle>
            <a:lvl1pPr algn="l">
              <a:buNone/>
              <a:defRPr sz="1100" b="0" i="0" cap="all" spc="300" baseline="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Master text styles</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11442622"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11442621" cy="325829"/>
          </a:xfrm>
        </p:spPr>
        <p:txBody>
          <a:bodyPr tIns="0" rIns="0" bIns="0" anchor="t">
            <a:noAutofit/>
          </a:bodyPr>
          <a:lstStyle>
            <a:lvl1pPr marL="0">
              <a:lnSpc>
                <a:spcPct val="100000"/>
              </a:lnSpc>
              <a:buNone/>
              <a:defRPr sz="160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Click to add subheading </a:t>
            </a:r>
          </a:p>
        </p:txBody>
      </p:sp>
      <p:graphicFrame>
        <p:nvGraphicFramePr>
          <p:cNvPr id="6" name="Object 5" hidden="1">
            <a:extLst>
              <a:ext uri="{FF2B5EF4-FFF2-40B4-BE49-F238E27FC236}">
                <a16:creationId xmlns:a16="http://schemas.microsoft.com/office/drawing/2014/main" id="{A56DC0C3-8E1F-40AD-8580-0510C998FD89}"/>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6" name="Object 5" hidden="1">
                        <a:extLst>
                          <a:ext uri="{FF2B5EF4-FFF2-40B4-BE49-F238E27FC236}">
                            <a16:creationId xmlns:a16="http://schemas.microsoft.com/office/drawing/2014/main" id="{A56DC0C3-8E1F-40AD-8580-0510C998FD89}"/>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3517564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Front Cover">
    <p:bg>
      <p:bgPr>
        <a:solidFill>
          <a:schemeClr val="bg2"/>
        </a:solidFill>
        <a:effectLst/>
      </p:bgPr>
    </p:bg>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21C539E1-A8B8-D44B-99F6-DB420FCED24F}"/>
              </a:ext>
            </a:extLst>
          </p:cNvPr>
          <p:cNvPicPr>
            <a:picLocks noChangeAspect="1"/>
          </p:cNvPicPr>
          <p:nvPr/>
        </p:nvPicPr>
        <p:blipFill>
          <a:blip r:embed="rId2"/>
          <a:stretch>
            <a:fillRect/>
          </a:stretch>
        </p:blipFill>
        <p:spPr>
          <a:xfrm>
            <a:off x="938084" y="2339340"/>
            <a:ext cx="1828800" cy="272374"/>
          </a:xfrm>
          <a:prstGeom prst="rect">
            <a:avLst/>
          </a:prstGeom>
        </p:spPr>
      </p:pic>
      <p:sp>
        <p:nvSpPr>
          <p:cNvPr id="11" name="Text Placeholder 7">
            <a:extLst>
              <a:ext uri="{FF2B5EF4-FFF2-40B4-BE49-F238E27FC236}">
                <a16:creationId xmlns:a16="http://schemas.microsoft.com/office/drawing/2014/main" id="{890632D7-2178-F048-8C96-05B98F6729A3}"/>
              </a:ext>
            </a:extLst>
          </p:cNvPr>
          <p:cNvSpPr>
            <a:spLocks noGrp="1"/>
          </p:cNvSpPr>
          <p:nvPr>
            <p:ph type="body" sz="quarter" idx="13" hasCustomPrompt="1"/>
          </p:nvPr>
        </p:nvSpPr>
        <p:spPr>
          <a:xfrm>
            <a:off x="4016758" y="2686478"/>
            <a:ext cx="6705600" cy="2138564"/>
          </a:xfrm>
        </p:spPr>
        <p:txBody>
          <a:bodyPr tIns="0" rIns="0" bIns="0">
            <a:noAutofit/>
          </a:bodyPr>
          <a:lstStyle>
            <a:lvl1pPr marL="0">
              <a:lnSpc>
                <a:spcPct val="80000"/>
              </a:lnSpc>
              <a:spcBef>
                <a:spcPts val="0"/>
              </a:spcBef>
              <a:buNone/>
              <a:defRPr sz="5400" b="0" i="0">
                <a:solidFill>
                  <a:schemeClr val="tx1"/>
                </a:solidFill>
                <a:latin typeface="Arial" panose="020B0604020202020204" pitchFamily="34" charset="0"/>
                <a:cs typeface="Arial" panose="020B0604020202020204" pitchFamily="34" charset="0"/>
              </a:defRPr>
            </a:lvl1pPr>
          </a:lstStyle>
          <a:p>
            <a:pPr lvl="0"/>
            <a:r>
              <a:rPr lang="en-US"/>
              <a:t>Click to edit title</a:t>
            </a:r>
          </a:p>
        </p:txBody>
      </p:sp>
      <p:sp>
        <p:nvSpPr>
          <p:cNvPr id="4" name="Text Placeholder 3">
            <a:extLst>
              <a:ext uri="{FF2B5EF4-FFF2-40B4-BE49-F238E27FC236}">
                <a16:creationId xmlns:a16="http://schemas.microsoft.com/office/drawing/2014/main" id="{7305E245-B706-4172-BBB6-FE1184DBF2DD}"/>
              </a:ext>
            </a:extLst>
          </p:cNvPr>
          <p:cNvSpPr>
            <a:spLocks noGrp="1"/>
          </p:cNvSpPr>
          <p:nvPr>
            <p:ph type="body" sz="quarter" idx="14" hasCustomPrompt="1"/>
          </p:nvPr>
        </p:nvSpPr>
        <p:spPr>
          <a:xfrm>
            <a:off x="4016758" y="4975225"/>
            <a:ext cx="6705600" cy="361650"/>
          </a:xfrm>
        </p:spPr>
        <p:txBody>
          <a:bodyPr rIns="0">
            <a:noAutofit/>
          </a:bodyPr>
          <a:lstStyle>
            <a:lvl1pPr marL="0" indent="0">
              <a:buNone/>
              <a:defRPr b="1"/>
            </a:lvl1pPr>
            <a:lvl2pPr marL="233362" indent="0">
              <a:buNone/>
              <a:defRPr/>
            </a:lvl2pPr>
            <a:lvl3pPr marL="455613" indent="0">
              <a:buNone/>
              <a:defRPr/>
            </a:lvl3pPr>
            <a:lvl4pPr marL="685800" indent="0">
              <a:buNone/>
              <a:defRPr/>
            </a:lvl4pPr>
            <a:lvl5pPr marL="914400" indent="0">
              <a:buNone/>
              <a:defRPr/>
            </a:lvl5pPr>
          </a:lstStyle>
          <a:p>
            <a:pPr lvl="0"/>
            <a:r>
              <a:rPr lang="en-US"/>
              <a:t>Click to enter date</a:t>
            </a:r>
          </a:p>
        </p:txBody>
      </p:sp>
      <p:sp>
        <p:nvSpPr>
          <p:cNvPr id="5" name="Rectangle 4">
            <a:extLst>
              <a:ext uri="{FF2B5EF4-FFF2-40B4-BE49-F238E27FC236}">
                <a16:creationId xmlns:a16="http://schemas.microsoft.com/office/drawing/2014/main" id="{C94160BD-7DD6-4C56-9C4B-FCFB98402175}"/>
              </a:ext>
            </a:extLst>
          </p:cNvPr>
          <p:cNvSpPr/>
          <p:nvPr/>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265F83-8470-4776-91AB-6A16651C0BA5}"/>
              </a:ext>
            </a:extLst>
          </p:cNvPr>
          <p:cNvSpPr txBox="1"/>
          <p:nvPr/>
        </p:nvSpPr>
        <p:spPr>
          <a:xfrm>
            <a:off x="3939396" y="2367852"/>
            <a:ext cx="6782962" cy="215350"/>
          </a:xfrm>
          <a:prstGeom prst="rect">
            <a:avLst/>
          </a:prstGeom>
          <a:noFill/>
        </p:spPr>
        <p:txBody>
          <a:bodyPr wrap="square" tIns="0" rtlCol="0">
            <a:noAutofit/>
          </a:bodyPr>
          <a:lstStyle/>
          <a:p>
            <a:pPr marL="173038" lvl="0" indent="-173038" algn="l" defTabSz="914400" rtl="0" eaLnBrk="1" latinLnBrk="0" hangingPunct="1">
              <a:lnSpc>
                <a:spcPct val="100000"/>
              </a:lnSpc>
              <a:spcBef>
                <a:spcPts val="600"/>
              </a:spcBef>
              <a:buFont typeface="Arial" panose="020B0604020202020204" pitchFamily="34" charset="0"/>
              <a:buNone/>
            </a:pPr>
            <a:r>
              <a:rPr lang="en-US" sz="1400" b="0" i="0" kern="1200" cap="all" spc="265" baseline="0">
                <a:solidFill>
                  <a:schemeClr val="bg1"/>
                </a:solidFill>
                <a:latin typeface="Arial" panose="020B0604020202020204" pitchFamily="34" charset="0"/>
                <a:ea typeface="Open Sans" panose="020B0606030504020204" pitchFamily="34" charset="0"/>
                <a:cs typeface="Arial" panose="020B0604020202020204" pitchFamily="34" charset="0"/>
              </a:rPr>
              <a:t>FBS TECH STACK</a:t>
            </a:r>
          </a:p>
        </p:txBody>
      </p:sp>
      <p:pic>
        <p:nvPicPr>
          <p:cNvPr id="8" name="Picture 7" descr="A picture containing shape&#10;&#10;Description automatically generated">
            <a:extLst>
              <a:ext uri="{FF2B5EF4-FFF2-40B4-BE49-F238E27FC236}">
                <a16:creationId xmlns:a16="http://schemas.microsoft.com/office/drawing/2014/main" id="{F754939A-19FD-4457-AE58-99ADD3868461}"/>
              </a:ext>
            </a:extLst>
          </p:cNvPr>
          <p:cNvPicPr>
            <a:picLocks noChangeAspect="1"/>
          </p:cNvPicPr>
          <p:nvPr userDrawn="1"/>
        </p:nvPicPr>
        <p:blipFill>
          <a:blip r:embed="rId2"/>
          <a:stretch>
            <a:fillRect/>
          </a:stretch>
        </p:blipFill>
        <p:spPr>
          <a:xfrm>
            <a:off x="938084" y="2339340"/>
            <a:ext cx="1828800" cy="272374"/>
          </a:xfrm>
          <a:prstGeom prst="rect">
            <a:avLst/>
          </a:prstGeom>
        </p:spPr>
      </p:pic>
      <p:sp>
        <p:nvSpPr>
          <p:cNvPr id="9" name="TextBox 8">
            <a:extLst>
              <a:ext uri="{FF2B5EF4-FFF2-40B4-BE49-F238E27FC236}">
                <a16:creationId xmlns:a16="http://schemas.microsoft.com/office/drawing/2014/main" id="{C473B76C-AD33-42C0-9B79-159BB2EA1DCD}"/>
              </a:ext>
            </a:extLst>
          </p:cNvPr>
          <p:cNvSpPr txBox="1"/>
          <p:nvPr userDrawn="1"/>
        </p:nvSpPr>
        <p:spPr>
          <a:xfrm>
            <a:off x="4016758" y="5411638"/>
            <a:ext cx="6705600" cy="276999"/>
          </a:xfrm>
          <a:prstGeom prst="rect">
            <a:avLst/>
          </a:prstGeom>
          <a:noFill/>
        </p:spPr>
        <p:txBody>
          <a:bodyPr wrap="square" lIns="0" rIns="0" rtlCol="0">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sz="1000" i="1">
                <a:solidFill>
                  <a:schemeClr val="tx1"/>
                </a:solidFill>
              </a:rPr>
              <a:t>Privileged and Confidential Attorney-Client Communication and/or Attorney Work Product</a:t>
            </a:r>
          </a:p>
        </p:txBody>
      </p:sp>
      <p:sp>
        <p:nvSpPr>
          <p:cNvPr id="12" name="Rectangle 11">
            <a:extLst>
              <a:ext uri="{FF2B5EF4-FFF2-40B4-BE49-F238E27FC236}">
                <a16:creationId xmlns:a16="http://schemas.microsoft.com/office/drawing/2014/main" id="{D57A623B-339C-4922-BE59-C2B6E3B8EEE4}"/>
              </a:ext>
            </a:extLst>
          </p:cNvPr>
          <p:cNvSpPr/>
          <p:nvPr userDrawn="1"/>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9561528"/>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ppendix Break">
    <p:bg>
      <p:bgPr>
        <a:solidFill>
          <a:schemeClr val="bg2">
            <a:alpha val="99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507853-6FCD-4C98-A526-28FA8007C01E}"/>
              </a:ext>
            </a:extLst>
          </p:cNvPr>
          <p:cNvSpPr/>
          <p:nvPr/>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DDFF034-A672-467F-A278-40C7E867EB83}"/>
              </a:ext>
            </a:extLst>
          </p:cNvPr>
          <p:cNvSpPr txBox="1"/>
          <p:nvPr/>
        </p:nvSpPr>
        <p:spPr>
          <a:xfrm>
            <a:off x="428624" y="2967335"/>
            <a:ext cx="7104785" cy="923330"/>
          </a:xfrm>
          <a:prstGeom prst="rect">
            <a:avLst/>
          </a:prstGeom>
          <a:noFill/>
        </p:spPr>
        <p:txBody>
          <a:bodyPr wrap="square" lIns="0" rIns="0" rtlCol="0">
            <a:spAutoFit/>
          </a:bodyPr>
          <a:lstStyle/>
          <a:p>
            <a:r>
              <a:rPr lang="en-US" sz="5400"/>
              <a:t>Appendix</a:t>
            </a:r>
          </a:p>
        </p:txBody>
      </p:sp>
    </p:spTree>
    <p:extLst>
      <p:ext uri="{BB962C8B-B14F-4D97-AF65-F5344CB8AC3E}">
        <p14:creationId xmlns:p14="http://schemas.microsoft.com/office/powerpoint/2010/main" val="707468466"/>
      </p:ext>
    </p:extLst>
  </p:cSld>
  <p:clrMapOvr>
    <a:masterClrMapping/>
  </p:clrMapOvr>
  <p:hf hdr="0" ft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Front Cover">
    <p:bg>
      <p:bgPr>
        <a:solidFill>
          <a:schemeClr val="bg2"/>
        </a:solidFill>
        <a:effectLst/>
      </p:bgPr>
    </p:bg>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21C539E1-A8B8-D44B-99F6-DB420FCED24F}"/>
              </a:ext>
            </a:extLst>
          </p:cNvPr>
          <p:cNvPicPr>
            <a:picLocks noChangeAspect="1"/>
          </p:cNvPicPr>
          <p:nvPr/>
        </p:nvPicPr>
        <p:blipFill>
          <a:blip r:embed="rId2"/>
          <a:stretch>
            <a:fillRect/>
          </a:stretch>
        </p:blipFill>
        <p:spPr>
          <a:xfrm>
            <a:off x="938084" y="2339340"/>
            <a:ext cx="1828800" cy="272374"/>
          </a:xfrm>
          <a:prstGeom prst="rect">
            <a:avLst/>
          </a:prstGeom>
        </p:spPr>
      </p:pic>
      <p:sp>
        <p:nvSpPr>
          <p:cNvPr id="11" name="Text Placeholder 7">
            <a:extLst>
              <a:ext uri="{FF2B5EF4-FFF2-40B4-BE49-F238E27FC236}">
                <a16:creationId xmlns:a16="http://schemas.microsoft.com/office/drawing/2014/main" id="{890632D7-2178-F048-8C96-05B98F6729A3}"/>
              </a:ext>
            </a:extLst>
          </p:cNvPr>
          <p:cNvSpPr>
            <a:spLocks noGrp="1"/>
          </p:cNvSpPr>
          <p:nvPr>
            <p:ph type="body" sz="quarter" idx="13" hasCustomPrompt="1"/>
          </p:nvPr>
        </p:nvSpPr>
        <p:spPr>
          <a:xfrm>
            <a:off x="4016758" y="2686478"/>
            <a:ext cx="6705600" cy="2138564"/>
          </a:xfrm>
        </p:spPr>
        <p:txBody>
          <a:bodyPr tIns="0" rIns="0" bIns="0">
            <a:noAutofit/>
          </a:bodyPr>
          <a:lstStyle>
            <a:lvl1pPr marL="0">
              <a:lnSpc>
                <a:spcPct val="80000"/>
              </a:lnSpc>
              <a:spcBef>
                <a:spcPts val="0"/>
              </a:spcBef>
              <a:buNone/>
              <a:defRPr sz="5400" b="0" i="0">
                <a:solidFill>
                  <a:schemeClr val="tx1"/>
                </a:solidFill>
                <a:latin typeface="Arial" panose="020B0604020202020204" pitchFamily="34" charset="0"/>
                <a:cs typeface="Arial" panose="020B0604020202020204" pitchFamily="34" charset="0"/>
              </a:defRPr>
            </a:lvl1pPr>
          </a:lstStyle>
          <a:p>
            <a:pPr lvl="0"/>
            <a:r>
              <a:rPr lang="en-US"/>
              <a:t>Click to edit title</a:t>
            </a:r>
          </a:p>
        </p:txBody>
      </p:sp>
      <p:sp>
        <p:nvSpPr>
          <p:cNvPr id="2" name="TextBox 1">
            <a:extLst>
              <a:ext uri="{FF2B5EF4-FFF2-40B4-BE49-F238E27FC236}">
                <a16:creationId xmlns:a16="http://schemas.microsoft.com/office/drawing/2014/main" id="{EB7B3FD4-CFC5-4C97-AF24-C49233933528}"/>
              </a:ext>
            </a:extLst>
          </p:cNvPr>
          <p:cNvSpPr txBox="1"/>
          <p:nvPr/>
        </p:nvSpPr>
        <p:spPr>
          <a:xfrm>
            <a:off x="4016758" y="5411638"/>
            <a:ext cx="6705600" cy="276999"/>
          </a:xfrm>
          <a:prstGeom prst="rect">
            <a:avLst/>
          </a:prstGeom>
          <a:noFill/>
        </p:spPr>
        <p:txBody>
          <a:bodyPr wrap="square" lIns="0" rIns="0" rtlCol="0">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sz="1000" i="1">
                <a:solidFill>
                  <a:schemeClr val="tx1"/>
                </a:solidFill>
              </a:rPr>
              <a:t>Privileged and Confidential Attorney-Client Communication and/or Attorney Work Product</a:t>
            </a:r>
          </a:p>
        </p:txBody>
      </p:sp>
      <p:sp>
        <p:nvSpPr>
          <p:cNvPr id="4" name="Text Placeholder 3">
            <a:extLst>
              <a:ext uri="{FF2B5EF4-FFF2-40B4-BE49-F238E27FC236}">
                <a16:creationId xmlns:a16="http://schemas.microsoft.com/office/drawing/2014/main" id="{7305E245-B706-4172-BBB6-FE1184DBF2DD}"/>
              </a:ext>
            </a:extLst>
          </p:cNvPr>
          <p:cNvSpPr>
            <a:spLocks noGrp="1"/>
          </p:cNvSpPr>
          <p:nvPr>
            <p:ph type="body" sz="quarter" idx="14" hasCustomPrompt="1"/>
          </p:nvPr>
        </p:nvSpPr>
        <p:spPr>
          <a:xfrm>
            <a:off x="4016758" y="4975225"/>
            <a:ext cx="6705600" cy="361650"/>
          </a:xfrm>
        </p:spPr>
        <p:txBody>
          <a:bodyPr rIns="0">
            <a:noAutofit/>
          </a:bodyPr>
          <a:lstStyle>
            <a:lvl1pPr marL="0" indent="0">
              <a:buNone/>
              <a:defRPr b="1"/>
            </a:lvl1pPr>
            <a:lvl2pPr marL="233362" indent="0">
              <a:buNone/>
              <a:defRPr/>
            </a:lvl2pPr>
            <a:lvl3pPr marL="455613" indent="0">
              <a:buNone/>
              <a:defRPr/>
            </a:lvl3pPr>
            <a:lvl4pPr marL="685800" indent="0">
              <a:buNone/>
              <a:defRPr/>
            </a:lvl4pPr>
            <a:lvl5pPr marL="914400" indent="0">
              <a:buNone/>
              <a:defRPr/>
            </a:lvl5pPr>
          </a:lstStyle>
          <a:p>
            <a:pPr lvl="0"/>
            <a:r>
              <a:rPr lang="en-US"/>
              <a:t>Click to enter date</a:t>
            </a:r>
          </a:p>
        </p:txBody>
      </p:sp>
      <p:sp>
        <p:nvSpPr>
          <p:cNvPr id="5" name="Rectangle 4">
            <a:extLst>
              <a:ext uri="{FF2B5EF4-FFF2-40B4-BE49-F238E27FC236}">
                <a16:creationId xmlns:a16="http://schemas.microsoft.com/office/drawing/2014/main" id="{C94160BD-7DD6-4C56-9C4B-FCFB98402175}"/>
              </a:ext>
            </a:extLst>
          </p:cNvPr>
          <p:cNvSpPr/>
          <p:nvPr/>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265F83-8470-4776-91AB-6A16651C0BA5}"/>
              </a:ext>
            </a:extLst>
          </p:cNvPr>
          <p:cNvSpPr txBox="1"/>
          <p:nvPr/>
        </p:nvSpPr>
        <p:spPr>
          <a:xfrm>
            <a:off x="3939396" y="2367852"/>
            <a:ext cx="6782962" cy="215350"/>
          </a:xfrm>
          <a:prstGeom prst="rect">
            <a:avLst/>
          </a:prstGeom>
          <a:noFill/>
        </p:spPr>
        <p:txBody>
          <a:bodyPr wrap="square" tIns="0" rtlCol="0">
            <a:noAutofit/>
          </a:bodyPr>
          <a:lstStyle/>
          <a:p>
            <a:pPr marL="173038" lvl="0" indent="-173038" algn="l" defTabSz="914400" rtl="0" eaLnBrk="1" latinLnBrk="0" hangingPunct="1">
              <a:lnSpc>
                <a:spcPct val="100000"/>
              </a:lnSpc>
              <a:spcBef>
                <a:spcPts val="600"/>
              </a:spcBef>
              <a:buFont typeface="Arial" panose="020B0604020202020204" pitchFamily="34" charset="0"/>
              <a:buNone/>
            </a:pPr>
            <a:r>
              <a:rPr lang="en-US" sz="1400" b="0" i="0" kern="1200" cap="all" spc="265" baseline="0">
                <a:solidFill>
                  <a:schemeClr val="bg1"/>
                </a:solidFill>
                <a:latin typeface="Arial" panose="020B0604020202020204" pitchFamily="34" charset="0"/>
                <a:ea typeface="Open Sans" panose="020B0606030504020204" pitchFamily="34" charset="0"/>
                <a:cs typeface="Arial" panose="020B0604020202020204" pitchFamily="34" charset="0"/>
              </a:rPr>
              <a:t>TECH STACK Mobilization</a:t>
            </a:r>
          </a:p>
        </p:txBody>
      </p:sp>
    </p:spTree>
    <p:extLst>
      <p:ext uri="{BB962C8B-B14F-4D97-AF65-F5344CB8AC3E}">
        <p14:creationId xmlns:p14="http://schemas.microsoft.com/office/powerpoint/2010/main" val="919386569"/>
      </p:ext>
    </p:extLst>
  </p:cSld>
  <p:clrMapOvr>
    <a:masterClrMapping/>
  </p:clrMapOvr>
  <p:hf hdr="0" ftr="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amp; 1 column text">
    <p:bg>
      <p:bgPr>
        <a:solidFill>
          <a:schemeClr val="tx1"/>
        </a:solidFill>
        <a:effectLst/>
      </p:bgPr>
    </p:bg>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0" y="1700213"/>
            <a:ext cx="11220449" cy="4678986"/>
          </a:xfrm>
          <a:prstGeom prst="rect">
            <a:avLst/>
          </a:prstGeom>
        </p:spPr>
        <p:txBody>
          <a:bodyPr vert="horz" lIns="0" tIns="0" rIns="0" bIns="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6">
            <a:extLst>
              <a:ext uri="{FF2B5EF4-FFF2-40B4-BE49-F238E27FC236}">
                <a16:creationId xmlns:a16="http://schemas.microsoft.com/office/drawing/2014/main" id="{05BE989B-C09B-4026-9E62-E689E5CE0890}"/>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GB"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GB" sz="900" noProof="0">
              <a:solidFill>
                <a:schemeClr val="bg1"/>
              </a:solidFill>
              <a:latin typeface="Calibri" panose="020F0502020204030204" pitchFamily="34" charset="0"/>
              <a:cs typeface="Calibri" panose="020F0502020204030204" pitchFamily="34" charset="0"/>
            </a:endParaRPr>
          </a:p>
        </p:txBody>
      </p:sp>
      <p:sp>
        <p:nvSpPr>
          <p:cNvPr id="17" name="Title 1">
            <a:extLst>
              <a:ext uri="{FF2B5EF4-FFF2-40B4-BE49-F238E27FC236}">
                <a16:creationId xmlns:a16="http://schemas.microsoft.com/office/drawing/2014/main" id="{A6BE6747-68CA-4361-94F3-864DADDD6DD8}"/>
              </a:ext>
            </a:extLst>
          </p:cNvPr>
          <p:cNvSpPr>
            <a:spLocks noGrp="1"/>
          </p:cNvSpPr>
          <p:nvPr>
            <p:ph type="title"/>
          </p:nvPr>
        </p:nvSpPr>
        <p:spPr>
          <a:xfrm>
            <a:off x="501650" y="459843"/>
            <a:ext cx="11220450" cy="556157"/>
          </a:xfrm>
          <a:noFill/>
        </p:spPr>
        <p:txBody>
          <a:bodyPr anchor="b"/>
          <a:lstStyle>
            <a:lvl1pPr>
              <a:defRPr>
                <a:solidFill>
                  <a:schemeClr val="bg1"/>
                </a:solidFill>
              </a:defRPr>
            </a:lvl1pPr>
          </a:lstStyle>
          <a:p>
            <a:r>
              <a:rPr lang="en-US"/>
              <a:t>Click to edit Master title style</a:t>
            </a:r>
          </a:p>
        </p:txBody>
      </p:sp>
      <p:sp>
        <p:nvSpPr>
          <p:cNvPr id="18" name="Text Placeholder 8">
            <a:extLst>
              <a:ext uri="{FF2B5EF4-FFF2-40B4-BE49-F238E27FC236}">
                <a16:creationId xmlns:a16="http://schemas.microsoft.com/office/drawing/2014/main" id="{0F546414-F133-4740-AA38-5C1ECE5FA11A}"/>
              </a:ext>
            </a:extLst>
          </p:cNvPr>
          <p:cNvSpPr>
            <a:spLocks noGrp="1"/>
          </p:cNvSpPr>
          <p:nvPr>
            <p:ph type="body" sz="quarter" idx="14"/>
          </p:nvPr>
        </p:nvSpPr>
        <p:spPr>
          <a:xfrm>
            <a:off x="501650" y="1017588"/>
            <a:ext cx="11220450" cy="475488"/>
          </a:xfrm>
          <a:noFill/>
        </p:spPr>
        <p:txBody>
          <a:bodyPr vert="horz" lIns="0" tIns="0" rIns="0" bIns="0" rtlCol="0">
            <a:noAutofit/>
          </a:bodyPr>
          <a:lstStyle>
            <a:lvl1pPr marL="0" indent="0">
              <a:buNone/>
              <a:defRPr lang="en-US" sz="1400">
                <a:solidFill>
                  <a:schemeClr val="bg1"/>
                </a:solidFill>
              </a:defRPr>
            </a:lvl1pPr>
          </a:lstStyle>
          <a:p>
            <a:pPr marL="228600" lvl="0" indent="-228600">
              <a:lnSpc>
                <a:spcPct val="130000"/>
              </a:lnSpc>
            </a:pPr>
            <a:r>
              <a:rPr lang="en-US"/>
              <a:t>Click to edit Master text styles</a:t>
            </a:r>
          </a:p>
        </p:txBody>
      </p:sp>
      <p:sp>
        <p:nvSpPr>
          <p:cNvPr id="19"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501650" y="321060"/>
            <a:ext cx="11220450" cy="137196"/>
          </a:xfrm>
        </p:spPr>
        <p:txBody>
          <a:bodyPr anchor="t"/>
          <a:lstStyle>
            <a:lvl1pPr>
              <a:defRPr sz="900" b="1" cap="all" baseline="0">
                <a:solidFill>
                  <a:schemeClr val="bg1">
                    <a:lumMod val="65000"/>
                  </a:schemeClr>
                </a:solidFill>
              </a:defRPr>
            </a:lvl1pPr>
          </a:lstStyle>
          <a:p>
            <a:pPr lvl="0"/>
            <a:r>
              <a:rPr lang="en-US"/>
              <a:t>CLICK TO EDIT BREADCRUMB</a:t>
            </a:r>
          </a:p>
        </p:txBody>
      </p:sp>
    </p:spTree>
    <p:extLst>
      <p:ext uri="{BB962C8B-B14F-4D97-AF65-F5344CB8AC3E}">
        <p14:creationId xmlns:p14="http://schemas.microsoft.com/office/powerpoint/2010/main" val="3420521633"/>
      </p:ext>
    </p:extLst>
  </p:cSld>
  <p:clrMapOvr>
    <a:masterClrMapping/>
  </p:clrMapOvr>
  <p:hf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1125378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grpSp>
        <p:nvGrpSpPr>
          <p:cNvPr id="16" name="Group 15">
            <a:extLst>
              <a:ext uri="{FF2B5EF4-FFF2-40B4-BE49-F238E27FC236}">
                <a16:creationId xmlns:a16="http://schemas.microsoft.com/office/drawing/2014/main" id="{E0E5428A-0A35-A34A-8CAC-9BAD5ECD8D93}"/>
              </a:ext>
            </a:extLst>
          </p:cNvPr>
          <p:cNvGrpSpPr/>
          <p:nvPr userDrawn="1"/>
        </p:nvGrpSpPr>
        <p:grpSpPr>
          <a:xfrm rot="16200000">
            <a:off x="6699397" y="1342272"/>
            <a:ext cx="6311200" cy="4183462"/>
            <a:chOff x="5617474" y="2413256"/>
            <a:chExt cx="6374640" cy="4225515"/>
          </a:xfrm>
        </p:grpSpPr>
        <p:sp>
          <p:nvSpPr>
            <p:cNvPr id="17" name="Rectangle 16">
              <a:extLst>
                <a:ext uri="{FF2B5EF4-FFF2-40B4-BE49-F238E27FC236}">
                  <a16:creationId xmlns:a16="http://schemas.microsoft.com/office/drawing/2014/main" id="{42914CD1-A2DB-634C-83C4-D51286B21E48}"/>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8" name="Oval 17">
              <a:extLst>
                <a:ext uri="{FF2B5EF4-FFF2-40B4-BE49-F238E27FC236}">
                  <a16:creationId xmlns:a16="http://schemas.microsoft.com/office/drawing/2014/main" id="{BA2D141B-A735-1E43-A950-7B92CD553EBD}"/>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9" name="Oval 18">
              <a:extLst>
                <a:ext uri="{FF2B5EF4-FFF2-40B4-BE49-F238E27FC236}">
                  <a16:creationId xmlns:a16="http://schemas.microsoft.com/office/drawing/2014/main" id="{142D63E7-1921-1445-81B8-AF0AB6203FFC}"/>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0" name="Oval 19">
              <a:extLst>
                <a:ext uri="{FF2B5EF4-FFF2-40B4-BE49-F238E27FC236}">
                  <a16:creationId xmlns:a16="http://schemas.microsoft.com/office/drawing/2014/main" id="{0243AC40-FAB9-374C-B1DC-5A8FD95DDE5A}"/>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1" name="Rectangle 20">
              <a:extLst>
                <a:ext uri="{FF2B5EF4-FFF2-40B4-BE49-F238E27FC236}">
                  <a16:creationId xmlns:a16="http://schemas.microsoft.com/office/drawing/2014/main" id="{3FEAA3AD-D464-2D48-8F12-C0F8F06AD9B9}"/>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2" name="Rectangle 21">
              <a:extLst>
                <a:ext uri="{FF2B5EF4-FFF2-40B4-BE49-F238E27FC236}">
                  <a16:creationId xmlns:a16="http://schemas.microsoft.com/office/drawing/2014/main" id="{EF8FEAA2-0461-6A44-9279-256942B192E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pSp>
      <p:sp>
        <p:nvSpPr>
          <p:cNvPr id="23" name="Title 1">
            <a:extLst>
              <a:ext uri="{FF2B5EF4-FFF2-40B4-BE49-F238E27FC236}">
                <a16:creationId xmlns:a16="http://schemas.microsoft.com/office/drawing/2014/main" id="{64FB6912-BF55-1B4F-A155-EFC65F2AFFD4}"/>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bg1"/>
                </a:solidFill>
              </a:defRPr>
            </a:lvl1pPr>
          </a:lstStyle>
          <a:p>
            <a:r>
              <a:rPr lang="en-US"/>
              <a:t>Lorem </a:t>
            </a:r>
            <a:br>
              <a:rPr lang="en-US"/>
            </a:br>
            <a:r>
              <a:rPr lang="en-US"/>
              <a:t>ipsum dolor</a:t>
            </a:r>
          </a:p>
        </p:txBody>
      </p:sp>
    </p:spTree>
    <p:extLst>
      <p:ext uri="{BB962C8B-B14F-4D97-AF65-F5344CB8AC3E}">
        <p14:creationId xmlns:p14="http://schemas.microsoft.com/office/powerpoint/2010/main" val="317540932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_2">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4201757606"/>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41" name="Picture Placeholder 54">
            <a:extLst>
              <a:ext uri="{FF2B5EF4-FFF2-40B4-BE49-F238E27FC236}">
                <a16:creationId xmlns:a16="http://schemas.microsoft.com/office/drawing/2014/main" id="{813D2CEF-E490-4A43-BA2A-6248F609ECB3}"/>
              </a:ext>
            </a:extLst>
          </p:cNvPr>
          <p:cNvSpPr>
            <a:spLocks noGrp="1"/>
          </p:cNvSpPr>
          <p:nvPr>
            <p:ph type="pic" sz="quarter" idx="21"/>
          </p:nvPr>
        </p:nvSpPr>
        <p:spPr>
          <a:xfrm>
            <a:off x="5619918" y="235016"/>
            <a:ext cx="2006600" cy="2005798"/>
          </a:xfrm>
          <a:prstGeom prst="ellipse">
            <a:avLst/>
          </a:prstGeom>
          <a:solidFill>
            <a:schemeClr val="accent1"/>
          </a:solidFill>
        </p:spPr>
        <p:txBody>
          <a:bodyPr/>
          <a:lstStyle/>
          <a:p>
            <a:endParaRPr lang="en-US"/>
          </a:p>
        </p:txBody>
      </p:sp>
      <p:sp>
        <p:nvSpPr>
          <p:cNvPr id="42" name="Picture Placeholder 54">
            <a:extLst>
              <a:ext uri="{FF2B5EF4-FFF2-40B4-BE49-F238E27FC236}">
                <a16:creationId xmlns:a16="http://schemas.microsoft.com/office/drawing/2014/main" id="{8E6D7200-6943-3941-A2F6-F022A3B82384}"/>
              </a:ext>
            </a:extLst>
          </p:cNvPr>
          <p:cNvSpPr>
            <a:spLocks noGrp="1"/>
          </p:cNvSpPr>
          <p:nvPr>
            <p:ph type="pic" sz="quarter" idx="15"/>
          </p:nvPr>
        </p:nvSpPr>
        <p:spPr>
          <a:xfrm>
            <a:off x="5619918" y="2425459"/>
            <a:ext cx="2006600" cy="2005798"/>
          </a:xfrm>
          <a:solidFill>
            <a:schemeClr val="accent2"/>
          </a:solidFill>
        </p:spPr>
        <p:txBody>
          <a:bodyPr/>
          <a:lstStyle/>
          <a:p>
            <a:endParaRPr lang="en-US"/>
          </a:p>
        </p:txBody>
      </p:sp>
      <p:sp>
        <p:nvSpPr>
          <p:cNvPr id="43" name="Picture Placeholder 54">
            <a:extLst>
              <a:ext uri="{FF2B5EF4-FFF2-40B4-BE49-F238E27FC236}">
                <a16:creationId xmlns:a16="http://schemas.microsoft.com/office/drawing/2014/main" id="{D8C3124C-89A2-B94E-8A24-2377D257125A}"/>
              </a:ext>
            </a:extLst>
          </p:cNvPr>
          <p:cNvSpPr>
            <a:spLocks noGrp="1"/>
          </p:cNvSpPr>
          <p:nvPr>
            <p:ph type="pic" sz="quarter" idx="16"/>
          </p:nvPr>
        </p:nvSpPr>
        <p:spPr>
          <a:xfrm>
            <a:off x="5619918" y="4622684"/>
            <a:ext cx="2006600" cy="2005798"/>
          </a:xfrm>
          <a:solidFill>
            <a:schemeClr val="accent1"/>
          </a:solidFill>
        </p:spPr>
        <p:txBody>
          <a:bodyPr/>
          <a:lstStyle/>
          <a:p>
            <a:endParaRPr lang="en-US"/>
          </a:p>
        </p:txBody>
      </p:sp>
      <p:sp>
        <p:nvSpPr>
          <p:cNvPr id="44" name="Picture Placeholder 54">
            <a:extLst>
              <a:ext uri="{FF2B5EF4-FFF2-40B4-BE49-F238E27FC236}">
                <a16:creationId xmlns:a16="http://schemas.microsoft.com/office/drawing/2014/main" id="{501D1DB9-E0C3-CC48-8F55-F2B44F631657}"/>
              </a:ext>
            </a:extLst>
          </p:cNvPr>
          <p:cNvSpPr>
            <a:spLocks noGrp="1"/>
          </p:cNvSpPr>
          <p:nvPr>
            <p:ph type="pic" sz="quarter" idx="17"/>
          </p:nvPr>
        </p:nvSpPr>
        <p:spPr>
          <a:xfrm>
            <a:off x="7806639" y="4622684"/>
            <a:ext cx="2006600" cy="2005798"/>
          </a:xfrm>
          <a:solidFill>
            <a:schemeClr val="bg2"/>
          </a:solidFill>
        </p:spPr>
        <p:txBody>
          <a:bodyPr/>
          <a:lstStyle/>
          <a:p>
            <a:endParaRPr lang="en-US"/>
          </a:p>
        </p:txBody>
      </p:sp>
      <p:sp>
        <p:nvSpPr>
          <p:cNvPr id="45" name="Picture Placeholder 54">
            <a:extLst>
              <a:ext uri="{FF2B5EF4-FFF2-40B4-BE49-F238E27FC236}">
                <a16:creationId xmlns:a16="http://schemas.microsoft.com/office/drawing/2014/main" id="{CD6755C7-1428-A441-85D4-9C5529A1686B}"/>
              </a:ext>
            </a:extLst>
          </p:cNvPr>
          <p:cNvSpPr>
            <a:spLocks noGrp="1"/>
          </p:cNvSpPr>
          <p:nvPr>
            <p:ph type="pic" sz="quarter" idx="18"/>
          </p:nvPr>
        </p:nvSpPr>
        <p:spPr>
          <a:xfrm>
            <a:off x="9993359" y="2425459"/>
            <a:ext cx="2006600" cy="2005798"/>
          </a:xfrm>
          <a:solidFill>
            <a:schemeClr val="bg2"/>
          </a:solidFill>
        </p:spPr>
        <p:txBody>
          <a:bodyPr/>
          <a:lstStyle/>
          <a:p>
            <a:endParaRPr lang="en-US"/>
          </a:p>
        </p:txBody>
      </p:sp>
      <p:sp>
        <p:nvSpPr>
          <p:cNvPr id="46" name="Picture Placeholder 54">
            <a:extLst>
              <a:ext uri="{FF2B5EF4-FFF2-40B4-BE49-F238E27FC236}">
                <a16:creationId xmlns:a16="http://schemas.microsoft.com/office/drawing/2014/main" id="{32AB4C08-4EDF-5949-94C6-12BFE7BE182E}"/>
              </a:ext>
            </a:extLst>
          </p:cNvPr>
          <p:cNvSpPr>
            <a:spLocks noGrp="1"/>
          </p:cNvSpPr>
          <p:nvPr>
            <p:ph type="pic" sz="quarter" idx="19"/>
          </p:nvPr>
        </p:nvSpPr>
        <p:spPr>
          <a:xfrm>
            <a:off x="9993359" y="235016"/>
            <a:ext cx="2006600" cy="2005798"/>
          </a:xfrm>
          <a:solidFill>
            <a:schemeClr val="accent1"/>
          </a:solidFill>
        </p:spPr>
        <p:txBody>
          <a:bodyPr/>
          <a:lstStyle/>
          <a:p>
            <a:endParaRPr lang="en-US"/>
          </a:p>
        </p:txBody>
      </p:sp>
      <p:sp>
        <p:nvSpPr>
          <p:cNvPr id="47" name="Picture Placeholder 54">
            <a:extLst>
              <a:ext uri="{FF2B5EF4-FFF2-40B4-BE49-F238E27FC236}">
                <a16:creationId xmlns:a16="http://schemas.microsoft.com/office/drawing/2014/main" id="{8691E5DA-FC53-CB40-937F-440E7C5C689F}"/>
              </a:ext>
            </a:extLst>
          </p:cNvPr>
          <p:cNvSpPr>
            <a:spLocks noGrp="1"/>
          </p:cNvSpPr>
          <p:nvPr>
            <p:ph type="pic" sz="quarter" idx="20"/>
          </p:nvPr>
        </p:nvSpPr>
        <p:spPr>
          <a:xfrm>
            <a:off x="7806639" y="235016"/>
            <a:ext cx="2006600" cy="2005798"/>
          </a:xfrm>
          <a:solidFill>
            <a:schemeClr val="bg2"/>
          </a:solidFill>
        </p:spPr>
        <p:txBody>
          <a:bodyPr/>
          <a:lstStyle/>
          <a:p>
            <a:endParaRPr lang="en-US"/>
          </a:p>
        </p:txBody>
      </p:sp>
      <p:sp>
        <p:nvSpPr>
          <p:cNvPr id="48" name="Picture Placeholder 54">
            <a:extLst>
              <a:ext uri="{FF2B5EF4-FFF2-40B4-BE49-F238E27FC236}">
                <a16:creationId xmlns:a16="http://schemas.microsoft.com/office/drawing/2014/main" id="{8B4C8707-7538-794A-9D07-211B33CC516A}"/>
              </a:ext>
            </a:extLst>
          </p:cNvPr>
          <p:cNvSpPr>
            <a:spLocks noGrp="1"/>
          </p:cNvSpPr>
          <p:nvPr>
            <p:ph type="pic" sz="quarter" idx="22"/>
          </p:nvPr>
        </p:nvSpPr>
        <p:spPr>
          <a:xfrm>
            <a:off x="7806238" y="2425459"/>
            <a:ext cx="2006600" cy="2005798"/>
          </a:xfrm>
          <a:prstGeom prst="ellipse">
            <a:avLst/>
          </a:prstGeom>
          <a:solidFill>
            <a:schemeClr val="accent2"/>
          </a:solidFill>
        </p:spPr>
        <p:txBody>
          <a:bodyPr/>
          <a:lstStyle/>
          <a:p>
            <a:endParaRPr lang="en-US"/>
          </a:p>
        </p:txBody>
      </p:sp>
      <p:sp>
        <p:nvSpPr>
          <p:cNvPr id="49" name="Picture Placeholder 54">
            <a:extLst>
              <a:ext uri="{FF2B5EF4-FFF2-40B4-BE49-F238E27FC236}">
                <a16:creationId xmlns:a16="http://schemas.microsoft.com/office/drawing/2014/main" id="{17DED411-A7E4-144E-8FED-05272BE5061B}"/>
              </a:ext>
            </a:extLst>
          </p:cNvPr>
          <p:cNvSpPr>
            <a:spLocks noGrp="1"/>
          </p:cNvSpPr>
          <p:nvPr>
            <p:ph type="pic" sz="quarter" idx="23"/>
          </p:nvPr>
        </p:nvSpPr>
        <p:spPr>
          <a:xfrm>
            <a:off x="9992557" y="4622684"/>
            <a:ext cx="2006600" cy="2005798"/>
          </a:xfrm>
          <a:prstGeom prst="ellipse">
            <a:avLst/>
          </a:prstGeom>
          <a:solidFill>
            <a:schemeClr val="accent2"/>
          </a:solidFill>
        </p:spPr>
        <p:txBody>
          <a:bodyPr/>
          <a:lstStyle/>
          <a:p>
            <a:endParaRPr lang="en-US"/>
          </a:p>
        </p:txBody>
      </p:sp>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374374813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16" name="Picture Placeholder 54">
            <a:extLst>
              <a:ext uri="{FF2B5EF4-FFF2-40B4-BE49-F238E27FC236}">
                <a16:creationId xmlns:a16="http://schemas.microsoft.com/office/drawing/2014/main" id="{2320438A-EEE4-4F41-826E-2F15F3605C97}"/>
              </a:ext>
            </a:extLst>
          </p:cNvPr>
          <p:cNvSpPr>
            <a:spLocks noGrp="1"/>
          </p:cNvSpPr>
          <p:nvPr>
            <p:ph type="pic" sz="quarter" idx="19"/>
          </p:nvPr>
        </p:nvSpPr>
        <p:spPr>
          <a:xfrm>
            <a:off x="5619918" y="235016"/>
            <a:ext cx="6380041" cy="6393466"/>
          </a:xfrm>
          <a:solidFill>
            <a:schemeClr val="accent1"/>
          </a:solidFill>
        </p:spPr>
        <p:txBody>
          <a:bodyPr/>
          <a:lstStyle/>
          <a:p>
            <a:endParaRPr lang="en-US"/>
          </a:p>
        </p:txBody>
      </p:sp>
    </p:spTree>
    <p:extLst>
      <p:ext uri="{BB962C8B-B14F-4D97-AF65-F5344CB8AC3E}">
        <p14:creationId xmlns:p14="http://schemas.microsoft.com/office/powerpoint/2010/main" val="372633566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8" name="Picture Placeholder 54">
            <a:extLst>
              <a:ext uri="{FF2B5EF4-FFF2-40B4-BE49-F238E27FC236}">
                <a16:creationId xmlns:a16="http://schemas.microsoft.com/office/drawing/2014/main" id="{94F71195-5164-6642-8CF4-E5AA9705B94F}"/>
              </a:ext>
            </a:extLst>
          </p:cNvPr>
          <p:cNvSpPr>
            <a:spLocks noGrp="1"/>
          </p:cNvSpPr>
          <p:nvPr>
            <p:ph type="pic" sz="quarter" idx="19"/>
          </p:nvPr>
        </p:nvSpPr>
        <p:spPr>
          <a:xfrm>
            <a:off x="5619918" y="235016"/>
            <a:ext cx="6380041" cy="6393466"/>
          </a:xfrm>
          <a:prstGeom prst="ellipse">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803557552"/>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65" name="Picture Placeholder 54">
            <a:extLst>
              <a:ext uri="{FF2B5EF4-FFF2-40B4-BE49-F238E27FC236}">
                <a16:creationId xmlns:a16="http://schemas.microsoft.com/office/drawing/2014/main" id="{E697434F-7999-9047-A194-6FA403BC0051}"/>
              </a:ext>
            </a:extLst>
          </p:cNvPr>
          <p:cNvSpPr>
            <a:spLocks noGrp="1"/>
          </p:cNvSpPr>
          <p:nvPr>
            <p:ph type="pic" sz="quarter" idx="21"/>
          </p:nvPr>
        </p:nvSpPr>
        <p:spPr>
          <a:xfrm>
            <a:off x="5619918" y="235016"/>
            <a:ext cx="2006600" cy="2005798"/>
          </a:xfrm>
          <a:prstGeom prst="ellipse">
            <a:avLst/>
          </a:prstGeom>
          <a:solidFill>
            <a:schemeClr val="bg2">
              <a:lumMod val="60000"/>
              <a:lumOff val="40000"/>
            </a:schemeClr>
          </a:solidFill>
        </p:spPr>
        <p:txBody>
          <a:bodyPr/>
          <a:lstStyle/>
          <a:p>
            <a:endParaRPr lang="en-US"/>
          </a:p>
        </p:txBody>
      </p:sp>
      <p:sp>
        <p:nvSpPr>
          <p:cNvPr id="66" name="Picture Placeholder 54">
            <a:extLst>
              <a:ext uri="{FF2B5EF4-FFF2-40B4-BE49-F238E27FC236}">
                <a16:creationId xmlns:a16="http://schemas.microsoft.com/office/drawing/2014/main" id="{2209AC8B-534C-4D43-B16C-77FC053588C0}"/>
              </a:ext>
            </a:extLst>
          </p:cNvPr>
          <p:cNvSpPr>
            <a:spLocks noGrp="1"/>
          </p:cNvSpPr>
          <p:nvPr>
            <p:ph type="pic" sz="quarter" idx="15"/>
          </p:nvPr>
        </p:nvSpPr>
        <p:spPr>
          <a:xfrm>
            <a:off x="5619918" y="2425459"/>
            <a:ext cx="2006600" cy="2005798"/>
          </a:xfrm>
          <a:solidFill>
            <a:schemeClr val="bg2">
              <a:lumMod val="60000"/>
              <a:lumOff val="40000"/>
            </a:schemeClr>
          </a:solidFill>
        </p:spPr>
        <p:txBody>
          <a:bodyPr/>
          <a:lstStyle/>
          <a:p>
            <a:endParaRPr lang="en-US"/>
          </a:p>
        </p:txBody>
      </p:sp>
      <p:sp>
        <p:nvSpPr>
          <p:cNvPr id="67" name="Picture Placeholder 54">
            <a:extLst>
              <a:ext uri="{FF2B5EF4-FFF2-40B4-BE49-F238E27FC236}">
                <a16:creationId xmlns:a16="http://schemas.microsoft.com/office/drawing/2014/main" id="{1D517556-06E1-F04E-A179-90723EFA6B80}"/>
              </a:ext>
            </a:extLst>
          </p:cNvPr>
          <p:cNvSpPr>
            <a:spLocks noGrp="1"/>
          </p:cNvSpPr>
          <p:nvPr>
            <p:ph type="pic" sz="quarter" idx="16"/>
          </p:nvPr>
        </p:nvSpPr>
        <p:spPr>
          <a:xfrm>
            <a:off x="5619918" y="4622684"/>
            <a:ext cx="2006600" cy="2005798"/>
          </a:xfrm>
          <a:solidFill>
            <a:schemeClr val="bg2">
              <a:lumMod val="60000"/>
              <a:lumOff val="40000"/>
            </a:schemeClr>
          </a:solidFill>
        </p:spPr>
        <p:txBody>
          <a:bodyPr/>
          <a:lstStyle/>
          <a:p>
            <a:endParaRPr lang="en-US"/>
          </a:p>
        </p:txBody>
      </p:sp>
      <p:sp>
        <p:nvSpPr>
          <p:cNvPr id="68" name="Picture Placeholder 54">
            <a:extLst>
              <a:ext uri="{FF2B5EF4-FFF2-40B4-BE49-F238E27FC236}">
                <a16:creationId xmlns:a16="http://schemas.microsoft.com/office/drawing/2014/main" id="{4C31A59A-BCD6-7D42-9911-F533A2B0E974}"/>
              </a:ext>
            </a:extLst>
          </p:cNvPr>
          <p:cNvSpPr>
            <a:spLocks noGrp="1"/>
          </p:cNvSpPr>
          <p:nvPr>
            <p:ph type="pic" sz="quarter" idx="17"/>
          </p:nvPr>
        </p:nvSpPr>
        <p:spPr>
          <a:xfrm>
            <a:off x="7806639" y="4622684"/>
            <a:ext cx="2006600" cy="2005798"/>
          </a:xfrm>
          <a:solidFill>
            <a:schemeClr val="bg2">
              <a:lumMod val="60000"/>
              <a:lumOff val="40000"/>
            </a:schemeClr>
          </a:solidFill>
        </p:spPr>
        <p:txBody>
          <a:bodyPr/>
          <a:lstStyle/>
          <a:p>
            <a:endParaRPr lang="en-US"/>
          </a:p>
        </p:txBody>
      </p:sp>
      <p:sp>
        <p:nvSpPr>
          <p:cNvPr id="69" name="Picture Placeholder 54">
            <a:extLst>
              <a:ext uri="{FF2B5EF4-FFF2-40B4-BE49-F238E27FC236}">
                <a16:creationId xmlns:a16="http://schemas.microsoft.com/office/drawing/2014/main" id="{7FF2D2D0-9BC4-5B40-A378-03CEA1CD3640}"/>
              </a:ext>
            </a:extLst>
          </p:cNvPr>
          <p:cNvSpPr>
            <a:spLocks noGrp="1"/>
          </p:cNvSpPr>
          <p:nvPr>
            <p:ph type="pic" sz="quarter" idx="18"/>
          </p:nvPr>
        </p:nvSpPr>
        <p:spPr>
          <a:xfrm>
            <a:off x="9993359" y="2425459"/>
            <a:ext cx="2006600" cy="2005798"/>
          </a:xfrm>
          <a:solidFill>
            <a:schemeClr val="bg2">
              <a:lumMod val="60000"/>
              <a:lumOff val="40000"/>
            </a:schemeClr>
          </a:solidFill>
        </p:spPr>
        <p:txBody>
          <a:bodyPr/>
          <a:lstStyle/>
          <a:p>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9993359" y="235016"/>
            <a:ext cx="2006600" cy="2005798"/>
          </a:xfrm>
          <a:solidFill>
            <a:schemeClr val="bg2">
              <a:lumMod val="60000"/>
              <a:lumOff val="40000"/>
            </a:schemeClr>
          </a:solidFill>
        </p:spPr>
        <p:txBody>
          <a:bodyPr/>
          <a:lstStyle/>
          <a:p>
            <a:endParaRPr lang="en-US"/>
          </a:p>
        </p:txBody>
      </p:sp>
      <p:sp>
        <p:nvSpPr>
          <p:cNvPr id="71" name="Picture Placeholder 54">
            <a:extLst>
              <a:ext uri="{FF2B5EF4-FFF2-40B4-BE49-F238E27FC236}">
                <a16:creationId xmlns:a16="http://schemas.microsoft.com/office/drawing/2014/main" id="{D5240813-F15A-8C47-A298-105FCFA02163}"/>
              </a:ext>
            </a:extLst>
          </p:cNvPr>
          <p:cNvSpPr>
            <a:spLocks noGrp="1"/>
          </p:cNvSpPr>
          <p:nvPr>
            <p:ph type="pic" sz="quarter" idx="20"/>
          </p:nvPr>
        </p:nvSpPr>
        <p:spPr>
          <a:xfrm>
            <a:off x="7806639" y="235016"/>
            <a:ext cx="2006600" cy="2005798"/>
          </a:xfrm>
          <a:solidFill>
            <a:schemeClr val="bg2">
              <a:lumMod val="60000"/>
              <a:lumOff val="40000"/>
            </a:schemeClr>
          </a:solidFill>
        </p:spPr>
        <p:txBody>
          <a:bodyPr/>
          <a:lstStyle/>
          <a:p>
            <a:endParaRPr lang="en-US"/>
          </a:p>
        </p:txBody>
      </p:sp>
      <p:sp>
        <p:nvSpPr>
          <p:cNvPr id="72" name="Picture Placeholder 54">
            <a:extLst>
              <a:ext uri="{FF2B5EF4-FFF2-40B4-BE49-F238E27FC236}">
                <a16:creationId xmlns:a16="http://schemas.microsoft.com/office/drawing/2014/main" id="{F87F508F-16B9-0B45-A2B3-10A7A8A2CBEE}"/>
              </a:ext>
            </a:extLst>
          </p:cNvPr>
          <p:cNvSpPr>
            <a:spLocks noGrp="1"/>
          </p:cNvSpPr>
          <p:nvPr>
            <p:ph type="pic" sz="quarter" idx="22"/>
          </p:nvPr>
        </p:nvSpPr>
        <p:spPr>
          <a:xfrm>
            <a:off x="7806238" y="2425459"/>
            <a:ext cx="2006600" cy="2005798"/>
          </a:xfrm>
          <a:prstGeom prst="ellipse">
            <a:avLst/>
          </a:prstGeom>
          <a:solidFill>
            <a:schemeClr val="bg2">
              <a:lumMod val="60000"/>
              <a:lumOff val="40000"/>
            </a:schemeClr>
          </a:solidFill>
        </p:spPr>
        <p:txBody>
          <a:bodyPr/>
          <a:lstStyle/>
          <a:p>
            <a:endParaRPr lang="en-US"/>
          </a:p>
        </p:txBody>
      </p:sp>
      <p:sp>
        <p:nvSpPr>
          <p:cNvPr id="73" name="Picture Placeholder 54">
            <a:extLst>
              <a:ext uri="{FF2B5EF4-FFF2-40B4-BE49-F238E27FC236}">
                <a16:creationId xmlns:a16="http://schemas.microsoft.com/office/drawing/2014/main" id="{1F6F4CE8-329C-054D-8A31-3136D7EB8340}"/>
              </a:ext>
            </a:extLst>
          </p:cNvPr>
          <p:cNvSpPr>
            <a:spLocks noGrp="1"/>
          </p:cNvSpPr>
          <p:nvPr>
            <p:ph type="pic" sz="quarter" idx="23"/>
          </p:nvPr>
        </p:nvSpPr>
        <p:spPr>
          <a:xfrm>
            <a:off x="9992557" y="4622684"/>
            <a:ext cx="2006600" cy="2005798"/>
          </a:xfrm>
          <a:prstGeom prst="ellipse">
            <a:avLst/>
          </a:prstGeom>
          <a:solidFill>
            <a:schemeClr val="bg2">
              <a:lumMod val="60000"/>
              <a:lumOff val="40000"/>
            </a:schemeClr>
          </a:solidFill>
        </p:spPr>
        <p:txBody>
          <a:bodyPr/>
          <a:lstStyle/>
          <a:p>
            <a:endParaRPr lang="en-US"/>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756440745"/>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44549717"/>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prstGeom prst="ellipse">
            <a:avLst/>
          </a:prstGeo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467730911"/>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43" name="Picture Placeholder 54">
            <a:extLst>
              <a:ext uri="{FF2B5EF4-FFF2-40B4-BE49-F238E27FC236}">
                <a16:creationId xmlns:a16="http://schemas.microsoft.com/office/drawing/2014/main" id="{0316E32D-2036-BC44-A9E2-F1F09021E8D4}"/>
              </a:ext>
            </a:extLst>
          </p:cNvPr>
          <p:cNvSpPr>
            <a:spLocks noGrp="1"/>
          </p:cNvSpPr>
          <p:nvPr>
            <p:ph type="pic" sz="quarter" idx="21"/>
          </p:nvPr>
        </p:nvSpPr>
        <p:spPr>
          <a:xfrm>
            <a:off x="5619918" y="235016"/>
            <a:ext cx="2006600" cy="2005798"/>
          </a:xfrm>
          <a:prstGeom prst="ellipse">
            <a:avLst/>
          </a:prstGeom>
          <a:solidFill>
            <a:schemeClr val="tx1">
              <a:lumMod val="75000"/>
            </a:schemeClr>
          </a:solidFill>
        </p:spPr>
        <p:txBody>
          <a:bodyPr/>
          <a:lstStyle/>
          <a:p>
            <a:endParaRPr lang="en-US"/>
          </a:p>
        </p:txBody>
      </p:sp>
      <p:sp>
        <p:nvSpPr>
          <p:cNvPr id="44" name="Picture Placeholder 54">
            <a:extLst>
              <a:ext uri="{FF2B5EF4-FFF2-40B4-BE49-F238E27FC236}">
                <a16:creationId xmlns:a16="http://schemas.microsoft.com/office/drawing/2014/main" id="{9C59B100-6D5E-AC48-A09E-E3183DCF395F}"/>
              </a:ext>
            </a:extLst>
          </p:cNvPr>
          <p:cNvSpPr>
            <a:spLocks noGrp="1"/>
          </p:cNvSpPr>
          <p:nvPr>
            <p:ph type="pic" sz="quarter" idx="15"/>
          </p:nvPr>
        </p:nvSpPr>
        <p:spPr>
          <a:xfrm>
            <a:off x="5619918" y="2425459"/>
            <a:ext cx="2006600" cy="2005798"/>
          </a:xfrm>
          <a:solidFill>
            <a:schemeClr val="tx1">
              <a:lumMod val="75000"/>
            </a:schemeClr>
          </a:solidFill>
        </p:spPr>
        <p:txBody>
          <a:bodyPr/>
          <a:lstStyle/>
          <a:p>
            <a:endParaRPr lang="en-US"/>
          </a:p>
        </p:txBody>
      </p:sp>
      <p:sp>
        <p:nvSpPr>
          <p:cNvPr id="45" name="Picture Placeholder 54">
            <a:extLst>
              <a:ext uri="{FF2B5EF4-FFF2-40B4-BE49-F238E27FC236}">
                <a16:creationId xmlns:a16="http://schemas.microsoft.com/office/drawing/2014/main" id="{568FB8BF-D158-074A-B789-CEBF6B5AA881}"/>
              </a:ext>
            </a:extLst>
          </p:cNvPr>
          <p:cNvSpPr>
            <a:spLocks noGrp="1"/>
          </p:cNvSpPr>
          <p:nvPr>
            <p:ph type="pic" sz="quarter" idx="16"/>
          </p:nvPr>
        </p:nvSpPr>
        <p:spPr>
          <a:xfrm>
            <a:off x="5619918" y="4622684"/>
            <a:ext cx="2006600" cy="2005798"/>
          </a:xfrm>
          <a:solidFill>
            <a:schemeClr val="tx1">
              <a:lumMod val="75000"/>
            </a:schemeClr>
          </a:solidFill>
        </p:spPr>
        <p:txBody>
          <a:bodyPr/>
          <a:lstStyle/>
          <a:p>
            <a:endParaRPr lang="en-US"/>
          </a:p>
        </p:txBody>
      </p:sp>
      <p:sp>
        <p:nvSpPr>
          <p:cNvPr id="46" name="Picture Placeholder 54">
            <a:extLst>
              <a:ext uri="{FF2B5EF4-FFF2-40B4-BE49-F238E27FC236}">
                <a16:creationId xmlns:a16="http://schemas.microsoft.com/office/drawing/2014/main" id="{C2B4FC8E-A812-9C41-BEE0-692DBFE4E04E}"/>
              </a:ext>
            </a:extLst>
          </p:cNvPr>
          <p:cNvSpPr>
            <a:spLocks noGrp="1"/>
          </p:cNvSpPr>
          <p:nvPr>
            <p:ph type="pic" sz="quarter" idx="17"/>
          </p:nvPr>
        </p:nvSpPr>
        <p:spPr>
          <a:xfrm>
            <a:off x="7806639" y="4622684"/>
            <a:ext cx="2006600" cy="2005798"/>
          </a:xfrm>
          <a:solidFill>
            <a:schemeClr val="tx1">
              <a:lumMod val="75000"/>
            </a:schemeClr>
          </a:solidFill>
        </p:spPr>
        <p:txBody>
          <a:bodyPr/>
          <a:lstStyle/>
          <a:p>
            <a:endParaRPr lang="en-US"/>
          </a:p>
        </p:txBody>
      </p:sp>
      <p:sp>
        <p:nvSpPr>
          <p:cNvPr id="47" name="Picture Placeholder 54">
            <a:extLst>
              <a:ext uri="{FF2B5EF4-FFF2-40B4-BE49-F238E27FC236}">
                <a16:creationId xmlns:a16="http://schemas.microsoft.com/office/drawing/2014/main" id="{7703F26C-0248-B948-B94C-0DBFCB2CB6B7}"/>
              </a:ext>
            </a:extLst>
          </p:cNvPr>
          <p:cNvSpPr>
            <a:spLocks noGrp="1"/>
          </p:cNvSpPr>
          <p:nvPr>
            <p:ph type="pic" sz="quarter" idx="18"/>
          </p:nvPr>
        </p:nvSpPr>
        <p:spPr>
          <a:xfrm>
            <a:off x="9993359" y="2425459"/>
            <a:ext cx="2006600" cy="2005798"/>
          </a:xfrm>
          <a:solidFill>
            <a:schemeClr val="tx1">
              <a:lumMod val="75000"/>
            </a:schemeClr>
          </a:solidFill>
        </p:spPr>
        <p:txBody>
          <a:bodyPr/>
          <a:lstStyle/>
          <a:p>
            <a:endParaRPr lang="en-US"/>
          </a:p>
        </p:txBody>
      </p:sp>
      <p:sp>
        <p:nvSpPr>
          <p:cNvPr id="48" name="Picture Placeholder 54">
            <a:extLst>
              <a:ext uri="{FF2B5EF4-FFF2-40B4-BE49-F238E27FC236}">
                <a16:creationId xmlns:a16="http://schemas.microsoft.com/office/drawing/2014/main" id="{2FC67853-5125-A040-B75C-285CA2D9C388}"/>
              </a:ext>
            </a:extLst>
          </p:cNvPr>
          <p:cNvSpPr>
            <a:spLocks noGrp="1"/>
          </p:cNvSpPr>
          <p:nvPr>
            <p:ph type="pic" sz="quarter" idx="19"/>
          </p:nvPr>
        </p:nvSpPr>
        <p:spPr>
          <a:xfrm>
            <a:off x="9993359" y="235016"/>
            <a:ext cx="2006600" cy="2005798"/>
          </a:xfrm>
          <a:solidFill>
            <a:schemeClr val="tx1">
              <a:lumMod val="75000"/>
            </a:schemeClr>
          </a:solidFill>
        </p:spPr>
        <p:txBody>
          <a:bodyPr/>
          <a:lstStyle/>
          <a:p>
            <a:endParaRPr lang="en-US"/>
          </a:p>
        </p:txBody>
      </p:sp>
      <p:sp>
        <p:nvSpPr>
          <p:cNvPr id="49" name="Picture Placeholder 54">
            <a:extLst>
              <a:ext uri="{FF2B5EF4-FFF2-40B4-BE49-F238E27FC236}">
                <a16:creationId xmlns:a16="http://schemas.microsoft.com/office/drawing/2014/main" id="{32C0E079-A385-E845-B84C-120B40BE0288}"/>
              </a:ext>
            </a:extLst>
          </p:cNvPr>
          <p:cNvSpPr>
            <a:spLocks noGrp="1"/>
          </p:cNvSpPr>
          <p:nvPr>
            <p:ph type="pic" sz="quarter" idx="20"/>
          </p:nvPr>
        </p:nvSpPr>
        <p:spPr>
          <a:xfrm>
            <a:off x="7806639" y="235016"/>
            <a:ext cx="2006600" cy="2005798"/>
          </a:xfrm>
          <a:solidFill>
            <a:schemeClr val="tx1">
              <a:lumMod val="75000"/>
            </a:schemeClr>
          </a:solidFill>
        </p:spPr>
        <p:txBody>
          <a:bodyPr/>
          <a:lstStyle/>
          <a:p>
            <a:endParaRPr lang="en-US"/>
          </a:p>
        </p:txBody>
      </p:sp>
      <p:sp>
        <p:nvSpPr>
          <p:cNvPr id="50" name="Picture Placeholder 54">
            <a:extLst>
              <a:ext uri="{FF2B5EF4-FFF2-40B4-BE49-F238E27FC236}">
                <a16:creationId xmlns:a16="http://schemas.microsoft.com/office/drawing/2014/main" id="{5E1EAADB-AA1D-AE47-89C0-03AE9F7D8E00}"/>
              </a:ext>
            </a:extLst>
          </p:cNvPr>
          <p:cNvSpPr>
            <a:spLocks noGrp="1"/>
          </p:cNvSpPr>
          <p:nvPr>
            <p:ph type="pic" sz="quarter" idx="22"/>
          </p:nvPr>
        </p:nvSpPr>
        <p:spPr>
          <a:xfrm>
            <a:off x="7806238" y="2425459"/>
            <a:ext cx="2006600" cy="2005798"/>
          </a:xfrm>
          <a:prstGeom prst="ellipse">
            <a:avLst/>
          </a:prstGeom>
          <a:solidFill>
            <a:schemeClr val="tx1">
              <a:lumMod val="75000"/>
            </a:schemeClr>
          </a:solidFill>
        </p:spPr>
        <p:txBody>
          <a:bodyPr/>
          <a:lstStyle/>
          <a:p>
            <a:endParaRPr lang="en-US"/>
          </a:p>
        </p:txBody>
      </p:sp>
      <p:sp>
        <p:nvSpPr>
          <p:cNvPr id="51" name="Picture Placeholder 54">
            <a:extLst>
              <a:ext uri="{FF2B5EF4-FFF2-40B4-BE49-F238E27FC236}">
                <a16:creationId xmlns:a16="http://schemas.microsoft.com/office/drawing/2014/main" id="{ECAF3610-AF61-9046-8D53-99C6435EC4D9}"/>
              </a:ext>
            </a:extLst>
          </p:cNvPr>
          <p:cNvSpPr>
            <a:spLocks noGrp="1"/>
          </p:cNvSpPr>
          <p:nvPr>
            <p:ph type="pic" sz="quarter" idx="23"/>
          </p:nvPr>
        </p:nvSpPr>
        <p:spPr>
          <a:xfrm>
            <a:off x="9992557" y="4622684"/>
            <a:ext cx="2006600" cy="2005798"/>
          </a:xfrm>
          <a:prstGeom prst="ellipse">
            <a:avLst/>
          </a:prstGeom>
          <a:solidFill>
            <a:schemeClr val="tx1">
              <a:lumMod val="75000"/>
            </a:schemeClr>
          </a:solidFill>
        </p:spPr>
        <p:txBody>
          <a:bodyPr/>
          <a:lstStyle/>
          <a:p>
            <a:endParaRPr lang="en-US"/>
          </a:p>
        </p:txBody>
      </p:sp>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363248903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16" name="Picture Placeholder 54">
            <a:extLst>
              <a:ext uri="{FF2B5EF4-FFF2-40B4-BE49-F238E27FC236}">
                <a16:creationId xmlns:a16="http://schemas.microsoft.com/office/drawing/2014/main" id="{556E1E32-C37D-AE47-8789-1EF4DE5E44AA}"/>
              </a:ext>
            </a:extLst>
          </p:cNvPr>
          <p:cNvSpPr>
            <a:spLocks noGrp="1"/>
          </p:cNvSpPr>
          <p:nvPr>
            <p:ph type="pic" sz="quarter" idx="19"/>
          </p:nvPr>
        </p:nvSpPr>
        <p:spPr>
          <a:xfrm>
            <a:off x="5619918" y="235016"/>
            <a:ext cx="6380041" cy="6393466"/>
          </a:xfrm>
          <a:solidFill>
            <a:schemeClr val="tx1">
              <a:lumMod val="75000"/>
            </a:schemeClr>
          </a:solidFill>
        </p:spPr>
        <p:txBody>
          <a:bodyPr/>
          <a:lstStyle/>
          <a:p>
            <a:endParaRPr lang="en-US"/>
          </a:p>
        </p:txBody>
      </p:sp>
    </p:spTree>
    <p:extLst>
      <p:ext uri="{BB962C8B-B14F-4D97-AF65-F5344CB8AC3E}">
        <p14:creationId xmlns:p14="http://schemas.microsoft.com/office/powerpoint/2010/main" val="4162442481"/>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8" name="Picture Placeholder 54">
            <a:extLst>
              <a:ext uri="{FF2B5EF4-FFF2-40B4-BE49-F238E27FC236}">
                <a16:creationId xmlns:a16="http://schemas.microsoft.com/office/drawing/2014/main" id="{3E3BC028-6175-134B-90D7-2CA7DB8C71B4}"/>
              </a:ext>
            </a:extLst>
          </p:cNvPr>
          <p:cNvSpPr>
            <a:spLocks noGrp="1"/>
          </p:cNvSpPr>
          <p:nvPr>
            <p:ph type="pic" sz="quarter" idx="19"/>
          </p:nvPr>
        </p:nvSpPr>
        <p:spPr>
          <a:xfrm>
            <a:off x="5619918" y="235016"/>
            <a:ext cx="6380041" cy="6393466"/>
          </a:xfrm>
          <a:prstGeom prst="ellipse">
            <a:avLst/>
          </a:prstGeom>
          <a:solidFill>
            <a:schemeClr val="tx1">
              <a:lumMod val="75000"/>
            </a:schemeClr>
          </a:solidFill>
        </p:spPr>
        <p:txBody>
          <a:bodyPr/>
          <a:lstStyle/>
          <a:p>
            <a:endParaRPr lang="en-US"/>
          </a:p>
        </p:txBody>
      </p:sp>
    </p:spTree>
    <p:extLst>
      <p:ext uri="{BB962C8B-B14F-4D97-AF65-F5344CB8AC3E}">
        <p14:creationId xmlns:p14="http://schemas.microsoft.com/office/powerpoint/2010/main" val="2554006980"/>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Click to add subheading </a:t>
            </a:r>
          </a:p>
        </p:txBody>
      </p:sp>
    </p:spTree>
    <p:extLst>
      <p:ext uri="{BB962C8B-B14F-4D97-AF65-F5344CB8AC3E}">
        <p14:creationId xmlns:p14="http://schemas.microsoft.com/office/powerpoint/2010/main" val="438691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27E4CF-5077-C940-A27A-D800E5D460EB}"/>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pic>
        <p:nvPicPr>
          <p:cNvPr id="9" name="Picture 8" descr="A picture containing logo&#10;&#10;Description automatically generated">
            <a:extLst>
              <a:ext uri="{FF2B5EF4-FFF2-40B4-BE49-F238E27FC236}">
                <a16:creationId xmlns:a16="http://schemas.microsoft.com/office/drawing/2014/main" id="{D6601DD2-986D-E94F-95D5-A378C83BA823}"/>
              </a:ext>
            </a:extLst>
          </p:cNvPr>
          <p:cNvPicPr>
            <a:picLocks noChangeAspect="1"/>
          </p:cNvPicPr>
          <p:nvPr userDrawn="1"/>
        </p:nvPicPr>
        <p:blipFill>
          <a:blip r:embed="rId5"/>
          <a:stretch>
            <a:fillRect/>
          </a:stretch>
        </p:blipFill>
        <p:spPr>
          <a:xfrm>
            <a:off x="11109093" y="6595385"/>
            <a:ext cx="740007" cy="110214"/>
          </a:xfrm>
          <a:prstGeom prst="rect">
            <a:avLst/>
          </a:prstGeom>
        </p:spPr>
      </p:pic>
      <p:sp>
        <p:nvSpPr>
          <p:cNvPr id="12" name="Holder 2">
            <a:extLst>
              <a:ext uri="{FF2B5EF4-FFF2-40B4-BE49-F238E27FC236}">
                <a16:creationId xmlns:a16="http://schemas.microsoft.com/office/drawing/2014/main" id="{6A87A3A9-70BA-E146-A408-0834738D0DE4}"/>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3" name="Text Placeholder 7">
            <a:extLst>
              <a:ext uri="{FF2B5EF4-FFF2-40B4-BE49-F238E27FC236}">
                <a16:creationId xmlns:a16="http://schemas.microsoft.com/office/drawing/2014/main" id="{08A94F65-F10B-464A-B233-0274DFED7D75}"/>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b="0">
                <a:solidFill>
                  <a:schemeClr val="tx1">
                    <a:lumMod val="50000"/>
                    <a:lumOff val="50000"/>
                  </a:schemeClr>
                </a:solidFill>
              </a:defRPr>
            </a:lvl1pPr>
          </a:lstStyle>
          <a:p>
            <a:pPr lvl="0"/>
            <a:r>
              <a:rPr lang="en-US"/>
              <a:t>Click to add subheading </a:t>
            </a:r>
          </a:p>
        </p:txBody>
      </p:sp>
      <p:sp>
        <p:nvSpPr>
          <p:cNvPr id="14" name="Text Placeholder 10">
            <a:extLst>
              <a:ext uri="{FF2B5EF4-FFF2-40B4-BE49-F238E27FC236}">
                <a16:creationId xmlns:a16="http://schemas.microsoft.com/office/drawing/2014/main" id="{A044809F-3A4A-6540-94E5-5E55948B3D16}"/>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2700119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Only">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9" name="Holder 2">
            <a:extLst>
              <a:ext uri="{FF2B5EF4-FFF2-40B4-BE49-F238E27FC236}">
                <a16:creationId xmlns:a16="http://schemas.microsoft.com/office/drawing/2014/main" id="{129985E9-CDC2-6646-A7DD-6E888AC412E9}"/>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0" name="Text Placeholder 7">
            <a:extLst>
              <a:ext uri="{FF2B5EF4-FFF2-40B4-BE49-F238E27FC236}">
                <a16:creationId xmlns:a16="http://schemas.microsoft.com/office/drawing/2014/main" id="{39AC9CE5-5249-E146-9F02-A704FC5C6C5B}"/>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12" name="Text Placeholder 10">
            <a:extLst>
              <a:ext uri="{FF2B5EF4-FFF2-40B4-BE49-F238E27FC236}">
                <a16:creationId xmlns:a16="http://schemas.microsoft.com/office/drawing/2014/main" id="{F80652F8-AE47-EA4B-8708-F792B942BCB2}"/>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22184904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1_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1506528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Title Only">
    <p:bg>
      <p:bgPr>
        <a:solidFill>
          <a:srgbClr val="FAD141">
            <a:alpha val="4706"/>
          </a:srgb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4" name="Rectangle 3">
            <a:extLst>
              <a:ext uri="{FF2B5EF4-FFF2-40B4-BE49-F238E27FC236}">
                <a16:creationId xmlns:a16="http://schemas.microsoft.com/office/drawing/2014/main" id="{63616549-B461-4168-80AB-605D6D34884D}"/>
              </a:ext>
            </a:extLst>
          </p:cNvPr>
          <p:cNvSpPr/>
          <p:nvPr userDrawn="1"/>
        </p:nvSpPr>
        <p:spPr>
          <a:xfrm>
            <a:off x="0" y="6353175"/>
            <a:ext cx="12192000" cy="504825"/>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07789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2_Title Only">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5" y="2699252"/>
            <a:ext cx="6037115" cy="729748"/>
          </a:xfrm>
          <a:prstGeom prst="rect">
            <a:avLst/>
          </a:prstGeom>
        </p:spPr>
        <p:txBody>
          <a:bodyPr lIns="0" tIns="0" rIns="0" bIns="0" anchor="t">
            <a:noAutofit/>
          </a:bodyPr>
          <a:lstStyle>
            <a:lvl1pPr>
              <a:defRPr sz="5400" b="0" i="0">
                <a:solidFill>
                  <a:schemeClr val="bg1"/>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bg1"/>
                </a:solidFill>
              </a:defRPr>
            </a:lvl1pPr>
          </a:lstStyle>
          <a:p>
            <a:pPr lvl="0"/>
            <a:r>
              <a:rPr lang="en-US"/>
              <a:t>Click to add subheading </a:t>
            </a:r>
          </a:p>
        </p:txBody>
      </p:sp>
      <p:pic>
        <p:nvPicPr>
          <p:cNvPr id="7" name="Picture 6" descr="A picture containing logo&#10;&#10;Description automatically generated">
            <a:extLst>
              <a:ext uri="{FF2B5EF4-FFF2-40B4-BE49-F238E27FC236}">
                <a16:creationId xmlns:a16="http://schemas.microsoft.com/office/drawing/2014/main" id="{9E45923B-DF57-0F45-A748-57E41D3E2723}"/>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contrast="100000"/>
                    </a14:imgEffect>
                  </a14:imgLayer>
                </a14:imgProps>
              </a:ext>
            </a:extLst>
          </a:blip>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17921569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7_Title Only">
    <p:bg>
      <p:bgPr>
        <a:solidFill>
          <a:schemeClr val="tx1">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4129" cy="68580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5A9C6CA0-E345-9B43-A270-012409DEE3E0}"/>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37119826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3_Title Only">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9689775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_Title Only">
    <p:bg>
      <p:bgPr>
        <a:solidFill>
          <a:schemeClr val="accent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171721881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68072685"/>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213" y="6282600"/>
            <a:ext cx="1921962" cy="286250"/>
          </a:xfrm>
          <a:prstGeom prst="rect">
            <a:avLst/>
          </a:prstGeom>
        </p:spPr>
      </p:pic>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grpSp>
        <p:nvGrpSpPr>
          <p:cNvPr id="16" name="Group 15">
            <a:extLst>
              <a:ext uri="{FF2B5EF4-FFF2-40B4-BE49-F238E27FC236}">
                <a16:creationId xmlns:a16="http://schemas.microsoft.com/office/drawing/2014/main" id="{E0E5428A-0A35-A34A-8CAC-9BAD5ECD8D93}"/>
              </a:ext>
            </a:extLst>
          </p:cNvPr>
          <p:cNvGrpSpPr/>
          <p:nvPr userDrawn="1"/>
        </p:nvGrpSpPr>
        <p:grpSpPr>
          <a:xfrm rot="16200000">
            <a:off x="6699397" y="1342272"/>
            <a:ext cx="6311200" cy="4183462"/>
            <a:chOff x="5617474" y="2413256"/>
            <a:chExt cx="6374640" cy="4225515"/>
          </a:xfrm>
        </p:grpSpPr>
        <p:sp>
          <p:nvSpPr>
            <p:cNvPr id="17" name="Rectangle 16">
              <a:extLst>
                <a:ext uri="{FF2B5EF4-FFF2-40B4-BE49-F238E27FC236}">
                  <a16:creationId xmlns:a16="http://schemas.microsoft.com/office/drawing/2014/main" id="{42914CD1-A2DB-634C-83C4-D51286B21E48}"/>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2D141B-A735-1E43-A950-7B92CD553EBD}"/>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2D63E7-1921-1445-81B8-AF0AB6203FFC}"/>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243AC40-FAB9-374C-B1DC-5A8FD95DDE5A}"/>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AA3AD-D464-2D48-8F12-C0F8F06AD9B9}"/>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F8FEAA2-0461-6A44-9279-256942B192E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1">
            <a:extLst>
              <a:ext uri="{FF2B5EF4-FFF2-40B4-BE49-F238E27FC236}">
                <a16:creationId xmlns:a16="http://schemas.microsoft.com/office/drawing/2014/main" id="{64FB6912-BF55-1B4F-A155-EFC65F2AFFD4}"/>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bg1"/>
                </a:solidFill>
              </a:defRPr>
            </a:lvl1pPr>
          </a:lstStyle>
          <a:p>
            <a:r>
              <a:rPr lang="en-US"/>
              <a:t>Lorem </a:t>
            </a:r>
            <a:br>
              <a:rPr lang="en-US"/>
            </a:br>
            <a:r>
              <a:rPr lang="en-US"/>
              <a:t>ipsum dolor</a:t>
            </a:r>
          </a:p>
        </p:txBody>
      </p:sp>
    </p:spTree>
    <p:extLst>
      <p:ext uri="{BB962C8B-B14F-4D97-AF65-F5344CB8AC3E}">
        <p14:creationId xmlns:p14="http://schemas.microsoft.com/office/powerpoint/2010/main" val="2256627212"/>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Title_2">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646167565"/>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
        <p:nvSpPr>
          <p:cNvPr id="41" name="Picture Placeholder 54">
            <a:extLst>
              <a:ext uri="{FF2B5EF4-FFF2-40B4-BE49-F238E27FC236}">
                <a16:creationId xmlns:a16="http://schemas.microsoft.com/office/drawing/2014/main" id="{813D2CEF-E490-4A43-BA2A-6248F609ECB3}"/>
              </a:ext>
            </a:extLst>
          </p:cNvPr>
          <p:cNvSpPr>
            <a:spLocks noGrp="1"/>
          </p:cNvSpPr>
          <p:nvPr>
            <p:ph type="pic" sz="quarter" idx="21"/>
          </p:nvPr>
        </p:nvSpPr>
        <p:spPr>
          <a:xfrm>
            <a:off x="5619918" y="235016"/>
            <a:ext cx="2006600" cy="2005798"/>
          </a:xfrm>
          <a:prstGeom prst="ellipse">
            <a:avLst/>
          </a:prstGeom>
          <a:solidFill>
            <a:schemeClr val="accent1"/>
          </a:solidFill>
        </p:spPr>
        <p:txBody>
          <a:bodyPr/>
          <a:lstStyle/>
          <a:p>
            <a:endParaRPr lang="en-US"/>
          </a:p>
        </p:txBody>
      </p:sp>
      <p:sp>
        <p:nvSpPr>
          <p:cNvPr id="42" name="Picture Placeholder 54">
            <a:extLst>
              <a:ext uri="{FF2B5EF4-FFF2-40B4-BE49-F238E27FC236}">
                <a16:creationId xmlns:a16="http://schemas.microsoft.com/office/drawing/2014/main" id="{8E6D7200-6943-3941-A2F6-F022A3B82384}"/>
              </a:ext>
            </a:extLst>
          </p:cNvPr>
          <p:cNvSpPr>
            <a:spLocks noGrp="1"/>
          </p:cNvSpPr>
          <p:nvPr>
            <p:ph type="pic" sz="quarter" idx="15"/>
          </p:nvPr>
        </p:nvSpPr>
        <p:spPr>
          <a:xfrm>
            <a:off x="5619918" y="2425459"/>
            <a:ext cx="2006600" cy="2005798"/>
          </a:xfrm>
          <a:solidFill>
            <a:schemeClr val="accent2"/>
          </a:solidFill>
        </p:spPr>
        <p:txBody>
          <a:bodyPr/>
          <a:lstStyle/>
          <a:p>
            <a:endParaRPr lang="en-US"/>
          </a:p>
        </p:txBody>
      </p:sp>
      <p:sp>
        <p:nvSpPr>
          <p:cNvPr id="43" name="Picture Placeholder 54">
            <a:extLst>
              <a:ext uri="{FF2B5EF4-FFF2-40B4-BE49-F238E27FC236}">
                <a16:creationId xmlns:a16="http://schemas.microsoft.com/office/drawing/2014/main" id="{D8C3124C-89A2-B94E-8A24-2377D257125A}"/>
              </a:ext>
            </a:extLst>
          </p:cNvPr>
          <p:cNvSpPr>
            <a:spLocks noGrp="1"/>
          </p:cNvSpPr>
          <p:nvPr>
            <p:ph type="pic" sz="quarter" idx="16"/>
          </p:nvPr>
        </p:nvSpPr>
        <p:spPr>
          <a:xfrm>
            <a:off x="5619918" y="4622684"/>
            <a:ext cx="2006600" cy="2005798"/>
          </a:xfrm>
          <a:solidFill>
            <a:schemeClr val="accent1"/>
          </a:solidFill>
        </p:spPr>
        <p:txBody>
          <a:bodyPr/>
          <a:lstStyle/>
          <a:p>
            <a:endParaRPr lang="en-US"/>
          </a:p>
        </p:txBody>
      </p:sp>
      <p:sp>
        <p:nvSpPr>
          <p:cNvPr id="44" name="Picture Placeholder 54">
            <a:extLst>
              <a:ext uri="{FF2B5EF4-FFF2-40B4-BE49-F238E27FC236}">
                <a16:creationId xmlns:a16="http://schemas.microsoft.com/office/drawing/2014/main" id="{501D1DB9-E0C3-CC48-8F55-F2B44F631657}"/>
              </a:ext>
            </a:extLst>
          </p:cNvPr>
          <p:cNvSpPr>
            <a:spLocks noGrp="1"/>
          </p:cNvSpPr>
          <p:nvPr>
            <p:ph type="pic" sz="quarter" idx="17"/>
          </p:nvPr>
        </p:nvSpPr>
        <p:spPr>
          <a:xfrm>
            <a:off x="7806639" y="4622684"/>
            <a:ext cx="2006600" cy="2005798"/>
          </a:xfrm>
          <a:solidFill>
            <a:schemeClr val="bg2"/>
          </a:solidFill>
        </p:spPr>
        <p:txBody>
          <a:bodyPr/>
          <a:lstStyle/>
          <a:p>
            <a:endParaRPr lang="en-US"/>
          </a:p>
        </p:txBody>
      </p:sp>
      <p:sp>
        <p:nvSpPr>
          <p:cNvPr id="45" name="Picture Placeholder 54">
            <a:extLst>
              <a:ext uri="{FF2B5EF4-FFF2-40B4-BE49-F238E27FC236}">
                <a16:creationId xmlns:a16="http://schemas.microsoft.com/office/drawing/2014/main" id="{CD6755C7-1428-A441-85D4-9C5529A1686B}"/>
              </a:ext>
            </a:extLst>
          </p:cNvPr>
          <p:cNvSpPr>
            <a:spLocks noGrp="1"/>
          </p:cNvSpPr>
          <p:nvPr>
            <p:ph type="pic" sz="quarter" idx="18"/>
          </p:nvPr>
        </p:nvSpPr>
        <p:spPr>
          <a:xfrm>
            <a:off x="9993359" y="2425459"/>
            <a:ext cx="2006600" cy="2005798"/>
          </a:xfrm>
          <a:solidFill>
            <a:schemeClr val="bg2"/>
          </a:solidFill>
        </p:spPr>
        <p:txBody>
          <a:bodyPr/>
          <a:lstStyle/>
          <a:p>
            <a:endParaRPr lang="en-US"/>
          </a:p>
        </p:txBody>
      </p:sp>
      <p:sp>
        <p:nvSpPr>
          <p:cNvPr id="46" name="Picture Placeholder 54">
            <a:extLst>
              <a:ext uri="{FF2B5EF4-FFF2-40B4-BE49-F238E27FC236}">
                <a16:creationId xmlns:a16="http://schemas.microsoft.com/office/drawing/2014/main" id="{32AB4C08-4EDF-5949-94C6-12BFE7BE182E}"/>
              </a:ext>
            </a:extLst>
          </p:cNvPr>
          <p:cNvSpPr>
            <a:spLocks noGrp="1"/>
          </p:cNvSpPr>
          <p:nvPr>
            <p:ph type="pic" sz="quarter" idx="19"/>
          </p:nvPr>
        </p:nvSpPr>
        <p:spPr>
          <a:xfrm>
            <a:off x="9993359" y="235016"/>
            <a:ext cx="2006600" cy="2005798"/>
          </a:xfrm>
          <a:solidFill>
            <a:schemeClr val="accent1"/>
          </a:solidFill>
        </p:spPr>
        <p:txBody>
          <a:bodyPr/>
          <a:lstStyle/>
          <a:p>
            <a:endParaRPr lang="en-US"/>
          </a:p>
        </p:txBody>
      </p:sp>
      <p:sp>
        <p:nvSpPr>
          <p:cNvPr id="47" name="Picture Placeholder 54">
            <a:extLst>
              <a:ext uri="{FF2B5EF4-FFF2-40B4-BE49-F238E27FC236}">
                <a16:creationId xmlns:a16="http://schemas.microsoft.com/office/drawing/2014/main" id="{8691E5DA-FC53-CB40-937F-440E7C5C689F}"/>
              </a:ext>
            </a:extLst>
          </p:cNvPr>
          <p:cNvSpPr>
            <a:spLocks noGrp="1"/>
          </p:cNvSpPr>
          <p:nvPr>
            <p:ph type="pic" sz="quarter" idx="20"/>
          </p:nvPr>
        </p:nvSpPr>
        <p:spPr>
          <a:xfrm>
            <a:off x="7806639" y="235016"/>
            <a:ext cx="2006600" cy="2005798"/>
          </a:xfrm>
          <a:solidFill>
            <a:schemeClr val="bg2"/>
          </a:solidFill>
        </p:spPr>
        <p:txBody>
          <a:bodyPr/>
          <a:lstStyle/>
          <a:p>
            <a:endParaRPr lang="en-US"/>
          </a:p>
        </p:txBody>
      </p:sp>
      <p:sp>
        <p:nvSpPr>
          <p:cNvPr id="48" name="Picture Placeholder 54">
            <a:extLst>
              <a:ext uri="{FF2B5EF4-FFF2-40B4-BE49-F238E27FC236}">
                <a16:creationId xmlns:a16="http://schemas.microsoft.com/office/drawing/2014/main" id="{8B4C8707-7538-794A-9D07-211B33CC516A}"/>
              </a:ext>
            </a:extLst>
          </p:cNvPr>
          <p:cNvSpPr>
            <a:spLocks noGrp="1"/>
          </p:cNvSpPr>
          <p:nvPr>
            <p:ph type="pic" sz="quarter" idx="22"/>
          </p:nvPr>
        </p:nvSpPr>
        <p:spPr>
          <a:xfrm>
            <a:off x="7806238" y="2425459"/>
            <a:ext cx="2006600" cy="2005798"/>
          </a:xfrm>
          <a:prstGeom prst="ellipse">
            <a:avLst/>
          </a:prstGeom>
          <a:solidFill>
            <a:schemeClr val="accent2"/>
          </a:solidFill>
        </p:spPr>
        <p:txBody>
          <a:bodyPr/>
          <a:lstStyle/>
          <a:p>
            <a:endParaRPr lang="en-US"/>
          </a:p>
        </p:txBody>
      </p:sp>
      <p:sp>
        <p:nvSpPr>
          <p:cNvPr id="49" name="Picture Placeholder 54">
            <a:extLst>
              <a:ext uri="{FF2B5EF4-FFF2-40B4-BE49-F238E27FC236}">
                <a16:creationId xmlns:a16="http://schemas.microsoft.com/office/drawing/2014/main" id="{17DED411-A7E4-144E-8FED-05272BE5061B}"/>
              </a:ext>
            </a:extLst>
          </p:cNvPr>
          <p:cNvSpPr>
            <a:spLocks noGrp="1"/>
          </p:cNvSpPr>
          <p:nvPr>
            <p:ph type="pic" sz="quarter" idx="23"/>
          </p:nvPr>
        </p:nvSpPr>
        <p:spPr>
          <a:xfrm>
            <a:off x="9992557" y="4622684"/>
            <a:ext cx="2006600" cy="2005798"/>
          </a:xfrm>
          <a:prstGeom prst="ellipse">
            <a:avLst/>
          </a:prstGeom>
          <a:solidFill>
            <a:schemeClr val="accent2"/>
          </a:solidFill>
        </p:spPr>
        <p:txBody>
          <a:bodyPr/>
          <a:lstStyle/>
          <a:p>
            <a:endParaRPr lang="en-US"/>
          </a:p>
        </p:txBody>
      </p:sp>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164275431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16" name="Picture Placeholder 54">
            <a:extLst>
              <a:ext uri="{FF2B5EF4-FFF2-40B4-BE49-F238E27FC236}">
                <a16:creationId xmlns:a16="http://schemas.microsoft.com/office/drawing/2014/main" id="{2320438A-EEE4-4F41-826E-2F15F3605C97}"/>
              </a:ext>
            </a:extLst>
          </p:cNvPr>
          <p:cNvSpPr>
            <a:spLocks noGrp="1"/>
          </p:cNvSpPr>
          <p:nvPr>
            <p:ph type="pic" sz="quarter" idx="19"/>
          </p:nvPr>
        </p:nvSpPr>
        <p:spPr>
          <a:xfrm>
            <a:off x="5619918" y="235016"/>
            <a:ext cx="6380041" cy="6393466"/>
          </a:xfrm>
          <a:solidFill>
            <a:schemeClr val="accent1"/>
          </a:solidFill>
        </p:spPr>
        <p:txBody>
          <a:bodyPr/>
          <a:lstStyle/>
          <a:p>
            <a:endParaRPr lang="en-US"/>
          </a:p>
        </p:txBody>
      </p:sp>
    </p:spTree>
    <p:extLst>
      <p:ext uri="{BB962C8B-B14F-4D97-AF65-F5344CB8AC3E}">
        <p14:creationId xmlns:p14="http://schemas.microsoft.com/office/powerpoint/2010/main" val="374212920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8" name="Picture Placeholder 54">
            <a:extLst>
              <a:ext uri="{FF2B5EF4-FFF2-40B4-BE49-F238E27FC236}">
                <a16:creationId xmlns:a16="http://schemas.microsoft.com/office/drawing/2014/main" id="{94F71195-5164-6642-8CF4-E5AA9705B94F}"/>
              </a:ext>
            </a:extLst>
          </p:cNvPr>
          <p:cNvSpPr>
            <a:spLocks noGrp="1"/>
          </p:cNvSpPr>
          <p:nvPr>
            <p:ph type="pic" sz="quarter" idx="19"/>
          </p:nvPr>
        </p:nvSpPr>
        <p:spPr>
          <a:xfrm>
            <a:off x="5619918" y="235016"/>
            <a:ext cx="6380041" cy="6393466"/>
          </a:xfrm>
          <a:prstGeom prst="ellipse">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2659771711"/>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65" name="Picture Placeholder 54">
            <a:extLst>
              <a:ext uri="{FF2B5EF4-FFF2-40B4-BE49-F238E27FC236}">
                <a16:creationId xmlns:a16="http://schemas.microsoft.com/office/drawing/2014/main" id="{E697434F-7999-9047-A194-6FA403BC0051}"/>
              </a:ext>
            </a:extLst>
          </p:cNvPr>
          <p:cNvSpPr>
            <a:spLocks noGrp="1"/>
          </p:cNvSpPr>
          <p:nvPr>
            <p:ph type="pic" sz="quarter" idx="21"/>
          </p:nvPr>
        </p:nvSpPr>
        <p:spPr>
          <a:xfrm>
            <a:off x="5619918" y="235016"/>
            <a:ext cx="2006600" cy="2005798"/>
          </a:xfrm>
          <a:prstGeom prst="ellipse">
            <a:avLst/>
          </a:prstGeom>
          <a:solidFill>
            <a:schemeClr val="bg2">
              <a:lumMod val="60000"/>
              <a:lumOff val="40000"/>
            </a:schemeClr>
          </a:solidFill>
        </p:spPr>
        <p:txBody>
          <a:bodyPr/>
          <a:lstStyle/>
          <a:p>
            <a:endParaRPr lang="en-US"/>
          </a:p>
        </p:txBody>
      </p:sp>
      <p:sp>
        <p:nvSpPr>
          <p:cNvPr id="66" name="Picture Placeholder 54">
            <a:extLst>
              <a:ext uri="{FF2B5EF4-FFF2-40B4-BE49-F238E27FC236}">
                <a16:creationId xmlns:a16="http://schemas.microsoft.com/office/drawing/2014/main" id="{2209AC8B-534C-4D43-B16C-77FC053588C0}"/>
              </a:ext>
            </a:extLst>
          </p:cNvPr>
          <p:cNvSpPr>
            <a:spLocks noGrp="1"/>
          </p:cNvSpPr>
          <p:nvPr>
            <p:ph type="pic" sz="quarter" idx="15"/>
          </p:nvPr>
        </p:nvSpPr>
        <p:spPr>
          <a:xfrm>
            <a:off x="5619918" y="2425459"/>
            <a:ext cx="2006600" cy="2005798"/>
          </a:xfrm>
          <a:solidFill>
            <a:schemeClr val="bg2">
              <a:lumMod val="60000"/>
              <a:lumOff val="40000"/>
            </a:schemeClr>
          </a:solidFill>
        </p:spPr>
        <p:txBody>
          <a:bodyPr/>
          <a:lstStyle/>
          <a:p>
            <a:endParaRPr lang="en-US"/>
          </a:p>
        </p:txBody>
      </p:sp>
      <p:sp>
        <p:nvSpPr>
          <p:cNvPr id="67" name="Picture Placeholder 54">
            <a:extLst>
              <a:ext uri="{FF2B5EF4-FFF2-40B4-BE49-F238E27FC236}">
                <a16:creationId xmlns:a16="http://schemas.microsoft.com/office/drawing/2014/main" id="{1D517556-06E1-F04E-A179-90723EFA6B80}"/>
              </a:ext>
            </a:extLst>
          </p:cNvPr>
          <p:cNvSpPr>
            <a:spLocks noGrp="1"/>
          </p:cNvSpPr>
          <p:nvPr>
            <p:ph type="pic" sz="quarter" idx="16"/>
          </p:nvPr>
        </p:nvSpPr>
        <p:spPr>
          <a:xfrm>
            <a:off x="5619918" y="4622684"/>
            <a:ext cx="2006600" cy="2005798"/>
          </a:xfrm>
          <a:solidFill>
            <a:schemeClr val="bg2">
              <a:lumMod val="60000"/>
              <a:lumOff val="40000"/>
            </a:schemeClr>
          </a:solidFill>
        </p:spPr>
        <p:txBody>
          <a:bodyPr/>
          <a:lstStyle/>
          <a:p>
            <a:endParaRPr lang="en-US"/>
          </a:p>
        </p:txBody>
      </p:sp>
      <p:sp>
        <p:nvSpPr>
          <p:cNvPr id="68" name="Picture Placeholder 54">
            <a:extLst>
              <a:ext uri="{FF2B5EF4-FFF2-40B4-BE49-F238E27FC236}">
                <a16:creationId xmlns:a16="http://schemas.microsoft.com/office/drawing/2014/main" id="{4C31A59A-BCD6-7D42-9911-F533A2B0E974}"/>
              </a:ext>
            </a:extLst>
          </p:cNvPr>
          <p:cNvSpPr>
            <a:spLocks noGrp="1"/>
          </p:cNvSpPr>
          <p:nvPr>
            <p:ph type="pic" sz="quarter" idx="17"/>
          </p:nvPr>
        </p:nvSpPr>
        <p:spPr>
          <a:xfrm>
            <a:off x="7806639" y="4622684"/>
            <a:ext cx="2006600" cy="2005798"/>
          </a:xfrm>
          <a:solidFill>
            <a:schemeClr val="bg2">
              <a:lumMod val="60000"/>
              <a:lumOff val="40000"/>
            </a:schemeClr>
          </a:solidFill>
        </p:spPr>
        <p:txBody>
          <a:bodyPr/>
          <a:lstStyle/>
          <a:p>
            <a:endParaRPr lang="en-US"/>
          </a:p>
        </p:txBody>
      </p:sp>
      <p:sp>
        <p:nvSpPr>
          <p:cNvPr id="69" name="Picture Placeholder 54">
            <a:extLst>
              <a:ext uri="{FF2B5EF4-FFF2-40B4-BE49-F238E27FC236}">
                <a16:creationId xmlns:a16="http://schemas.microsoft.com/office/drawing/2014/main" id="{7FF2D2D0-9BC4-5B40-A378-03CEA1CD3640}"/>
              </a:ext>
            </a:extLst>
          </p:cNvPr>
          <p:cNvSpPr>
            <a:spLocks noGrp="1"/>
          </p:cNvSpPr>
          <p:nvPr>
            <p:ph type="pic" sz="quarter" idx="18"/>
          </p:nvPr>
        </p:nvSpPr>
        <p:spPr>
          <a:xfrm>
            <a:off x="9993359" y="2425459"/>
            <a:ext cx="2006600" cy="2005798"/>
          </a:xfrm>
          <a:solidFill>
            <a:schemeClr val="bg2">
              <a:lumMod val="60000"/>
              <a:lumOff val="40000"/>
            </a:schemeClr>
          </a:solidFill>
        </p:spPr>
        <p:txBody>
          <a:bodyPr/>
          <a:lstStyle/>
          <a:p>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9993359" y="235016"/>
            <a:ext cx="2006600" cy="2005798"/>
          </a:xfrm>
          <a:solidFill>
            <a:schemeClr val="bg2">
              <a:lumMod val="60000"/>
              <a:lumOff val="40000"/>
            </a:schemeClr>
          </a:solidFill>
        </p:spPr>
        <p:txBody>
          <a:bodyPr/>
          <a:lstStyle/>
          <a:p>
            <a:endParaRPr lang="en-US"/>
          </a:p>
        </p:txBody>
      </p:sp>
      <p:sp>
        <p:nvSpPr>
          <p:cNvPr id="71" name="Picture Placeholder 54">
            <a:extLst>
              <a:ext uri="{FF2B5EF4-FFF2-40B4-BE49-F238E27FC236}">
                <a16:creationId xmlns:a16="http://schemas.microsoft.com/office/drawing/2014/main" id="{D5240813-F15A-8C47-A298-105FCFA02163}"/>
              </a:ext>
            </a:extLst>
          </p:cNvPr>
          <p:cNvSpPr>
            <a:spLocks noGrp="1"/>
          </p:cNvSpPr>
          <p:nvPr>
            <p:ph type="pic" sz="quarter" idx="20"/>
          </p:nvPr>
        </p:nvSpPr>
        <p:spPr>
          <a:xfrm>
            <a:off x="7806639" y="235016"/>
            <a:ext cx="2006600" cy="2005798"/>
          </a:xfrm>
          <a:solidFill>
            <a:schemeClr val="bg2">
              <a:lumMod val="60000"/>
              <a:lumOff val="40000"/>
            </a:schemeClr>
          </a:solidFill>
        </p:spPr>
        <p:txBody>
          <a:bodyPr/>
          <a:lstStyle/>
          <a:p>
            <a:endParaRPr lang="en-US"/>
          </a:p>
        </p:txBody>
      </p:sp>
      <p:sp>
        <p:nvSpPr>
          <p:cNvPr id="72" name="Picture Placeholder 54">
            <a:extLst>
              <a:ext uri="{FF2B5EF4-FFF2-40B4-BE49-F238E27FC236}">
                <a16:creationId xmlns:a16="http://schemas.microsoft.com/office/drawing/2014/main" id="{F87F508F-16B9-0B45-A2B3-10A7A8A2CBEE}"/>
              </a:ext>
            </a:extLst>
          </p:cNvPr>
          <p:cNvSpPr>
            <a:spLocks noGrp="1"/>
          </p:cNvSpPr>
          <p:nvPr>
            <p:ph type="pic" sz="quarter" idx="22"/>
          </p:nvPr>
        </p:nvSpPr>
        <p:spPr>
          <a:xfrm>
            <a:off x="7806238" y="2425459"/>
            <a:ext cx="2006600" cy="2005798"/>
          </a:xfrm>
          <a:prstGeom prst="ellipse">
            <a:avLst/>
          </a:prstGeom>
          <a:solidFill>
            <a:schemeClr val="bg2">
              <a:lumMod val="60000"/>
              <a:lumOff val="40000"/>
            </a:schemeClr>
          </a:solidFill>
        </p:spPr>
        <p:txBody>
          <a:bodyPr/>
          <a:lstStyle/>
          <a:p>
            <a:endParaRPr lang="en-US"/>
          </a:p>
        </p:txBody>
      </p:sp>
      <p:sp>
        <p:nvSpPr>
          <p:cNvPr id="73" name="Picture Placeholder 54">
            <a:extLst>
              <a:ext uri="{FF2B5EF4-FFF2-40B4-BE49-F238E27FC236}">
                <a16:creationId xmlns:a16="http://schemas.microsoft.com/office/drawing/2014/main" id="{1F6F4CE8-329C-054D-8A31-3136D7EB8340}"/>
              </a:ext>
            </a:extLst>
          </p:cNvPr>
          <p:cNvSpPr>
            <a:spLocks noGrp="1"/>
          </p:cNvSpPr>
          <p:nvPr>
            <p:ph type="pic" sz="quarter" idx="23"/>
          </p:nvPr>
        </p:nvSpPr>
        <p:spPr>
          <a:xfrm>
            <a:off x="9992557" y="4622684"/>
            <a:ext cx="2006600" cy="2005798"/>
          </a:xfrm>
          <a:prstGeom prst="ellipse">
            <a:avLst/>
          </a:prstGeom>
          <a:solidFill>
            <a:schemeClr val="bg2">
              <a:lumMod val="60000"/>
              <a:lumOff val="40000"/>
            </a:schemeClr>
          </a:solidFill>
        </p:spPr>
        <p:txBody>
          <a:bodyPr/>
          <a:lstStyle/>
          <a:p>
            <a:endParaRPr lang="en-US"/>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862249879"/>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4021563117"/>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prstGeom prst="ellipse">
            <a:avLst/>
          </a:prstGeo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79860541"/>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213" y="6282600"/>
            <a:ext cx="1921962" cy="286250"/>
          </a:xfrm>
          <a:prstGeom prst="rect">
            <a:avLst/>
          </a:prstGeom>
        </p:spPr>
      </p:pic>
      <p:sp>
        <p:nvSpPr>
          <p:cNvPr id="43" name="Picture Placeholder 54">
            <a:extLst>
              <a:ext uri="{FF2B5EF4-FFF2-40B4-BE49-F238E27FC236}">
                <a16:creationId xmlns:a16="http://schemas.microsoft.com/office/drawing/2014/main" id="{0316E32D-2036-BC44-A9E2-F1F09021E8D4}"/>
              </a:ext>
            </a:extLst>
          </p:cNvPr>
          <p:cNvSpPr>
            <a:spLocks noGrp="1"/>
          </p:cNvSpPr>
          <p:nvPr>
            <p:ph type="pic" sz="quarter" idx="21"/>
          </p:nvPr>
        </p:nvSpPr>
        <p:spPr>
          <a:xfrm>
            <a:off x="5619918" y="235016"/>
            <a:ext cx="2006600" cy="2005798"/>
          </a:xfrm>
          <a:prstGeom prst="ellipse">
            <a:avLst/>
          </a:prstGeom>
          <a:solidFill>
            <a:schemeClr val="tx1">
              <a:lumMod val="75000"/>
            </a:schemeClr>
          </a:solidFill>
        </p:spPr>
        <p:txBody>
          <a:bodyPr/>
          <a:lstStyle/>
          <a:p>
            <a:endParaRPr lang="en-US"/>
          </a:p>
        </p:txBody>
      </p:sp>
      <p:sp>
        <p:nvSpPr>
          <p:cNvPr id="44" name="Picture Placeholder 54">
            <a:extLst>
              <a:ext uri="{FF2B5EF4-FFF2-40B4-BE49-F238E27FC236}">
                <a16:creationId xmlns:a16="http://schemas.microsoft.com/office/drawing/2014/main" id="{9C59B100-6D5E-AC48-A09E-E3183DCF395F}"/>
              </a:ext>
            </a:extLst>
          </p:cNvPr>
          <p:cNvSpPr>
            <a:spLocks noGrp="1"/>
          </p:cNvSpPr>
          <p:nvPr>
            <p:ph type="pic" sz="quarter" idx="15"/>
          </p:nvPr>
        </p:nvSpPr>
        <p:spPr>
          <a:xfrm>
            <a:off x="5619918" y="2425459"/>
            <a:ext cx="2006600" cy="2005798"/>
          </a:xfrm>
          <a:solidFill>
            <a:schemeClr val="tx1">
              <a:lumMod val="75000"/>
            </a:schemeClr>
          </a:solidFill>
        </p:spPr>
        <p:txBody>
          <a:bodyPr/>
          <a:lstStyle/>
          <a:p>
            <a:endParaRPr lang="en-US"/>
          </a:p>
        </p:txBody>
      </p:sp>
      <p:sp>
        <p:nvSpPr>
          <p:cNvPr id="45" name="Picture Placeholder 54">
            <a:extLst>
              <a:ext uri="{FF2B5EF4-FFF2-40B4-BE49-F238E27FC236}">
                <a16:creationId xmlns:a16="http://schemas.microsoft.com/office/drawing/2014/main" id="{568FB8BF-D158-074A-B789-CEBF6B5AA881}"/>
              </a:ext>
            </a:extLst>
          </p:cNvPr>
          <p:cNvSpPr>
            <a:spLocks noGrp="1"/>
          </p:cNvSpPr>
          <p:nvPr>
            <p:ph type="pic" sz="quarter" idx="16"/>
          </p:nvPr>
        </p:nvSpPr>
        <p:spPr>
          <a:xfrm>
            <a:off x="5619918" y="4622684"/>
            <a:ext cx="2006600" cy="2005798"/>
          </a:xfrm>
          <a:solidFill>
            <a:schemeClr val="tx1">
              <a:lumMod val="75000"/>
            </a:schemeClr>
          </a:solidFill>
        </p:spPr>
        <p:txBody>
          <a:bodyPr/>
          <a:lstStyle/>
          <a:p>
            <a:endParaRPr lang="en-US"/>
          </a:p>
        </p:txBody>
      </p:sp>
      <p:sp>
        <p:nvSpPr>
          <p:cNvPr id="46" name="Picture Placeholder 54">
            <a:extLst>
              <a:ext uri="{FF2B5EF4-FFF2-40B4-BE49-F238E27FC236}">
                <a16:creationId xmlns:a16="http://schemas.microsoft.com/office/drawing/2014/main" id="{C2B4FC8E-A812-9C41-BEE0-692DBFE4E04E}"/>
              </a:ext>
            </a:extLst>
          </p:cNvPr>
          <p:cNvSpPr>
            <a:spLocks noGrp="1"/>
          </p:cNvSpPr>
          <p:nvPr>
            <p:ph type="pic" sz="quarter" idx="17"/>
          </p:nvPr>
        </p:nvSpPr>
        <p:spPr>
          <a:xfrm>
            <a:off x="7806639" y="4622684"/>
            <a:ext cx="2006600" cy="2005798"/>
          </a:xfrm>
          <a:solidFill>
            <a:schemeClr val="tx1">
              <a:lumMod val="75000"/>
            </a:schemeClr>
          </a:solidFill>
        </p:spPr>
        <p:txBody>
          <a:bodyPr/>
          <a:lstStyle/>
          <a:p>
            <a:endParaRPr lang="en-US"/>
          </a:p>
        </p:txBody>
      </p:sp>
      <p:sp>
        <p:nvSpPr>
          <p:cNvPr id="47" name="Picture Placeholder 54">
            <a:extLst>
              <a:ext uri="{FF2B5EF4-FFF2-40B4-BE49-F238E27FC236}">
                <a16:creationId xmlns:a16="http://schemas.microsoft.com/office/drawing/2014/main" id="{7703F26C-0248-B948-B94C-0DBFCB2CB6B7}"/>
              </a:ext>
            </a:extLst>
          </p:cNvPr>
          <p:cNvSpPr>
            <a:spLocks noGrp="1"/>
          </p:cNvSpPr>
          <p:nvPr>
            <p:ph type="pic" sz="quarter" idx="18"/>
          </p:nvPr>
        </p:nvSpPr>
        <p:spPr>
          <a:xfrm>
            <a:off x="9993359" y="2425459"/>
            <a:ext cx="2006600" cy="2005798"/>
          </a:xfrm>
          <a:solidFill>
            <a:schemeClr val="tx1">
              <a:lumMod val="75000"/>
            </a:schemeClr>
          </a:solidFill>
        </p:spPr>
        <p:txBody>
          <a:bodyPr/>
          <a:lstStyle/>
          <a:p>
            <a:endParaRPr lang="en-US"/>
          </a:p>
        </p:txBody>
      </p:sp>
      <p:sp>
        <p:nvSpPr>
          <p:cNvPr id="48" name="Picture Placeholder 54">
            <a:extLst>
              <a:ext uri="{FF2B5EF4-FFF2-40B4-BE49-F238E27FC236}">
                <a16:creationId xmlns:a16="http://schemas.microsoft.com/office/drawing/2014/main" id="{2FC67853-5125-A040-B75C-285CA2D9C388}"/>
              </a:ext>
            </a:extLst>
          </p:cNvPr>
          <p:cNvSpPr>
            <a:spLocks noGrp="1"/>
          </p:cNvSpPr>
          <p:nvPr>
            <p:ph type="pic" sz="quarter" idx="19"/>
          </p:nvPr>
        </p:nvSpPr>
        <p:spPr>
          <a:xfrm>
            <a:off x="9993359" y="235016"/>
            <a:ext cx="2006600" cy="2005798"/>
          </a:xfrm>
          <a:solidFill>
            <a:schemeClr val="tx1">
              <a:lumMod val="75000"/>
            </a:schemeClr>
          </a:solidFill>
        </p:spPr>
        <p:txBody>
          <a:bodyPr/>
          <a:lstStyle/>
          <a:p>
            <a:endParaRPr lang="en-US"/>
          </a:p>
        </p:txBody>
      </p:sp>
      <p:sp>
        <p:nvSpPr>
          <p:cNvPr id="49" name="Picture Placeholder 54">
            <a:extLst>
              <a:ext uri="{FF2B5EF4-FFF2-40B4-BE49-F238E27FC236}">
                <a16:creationId xmlns:a16="http://schemas.microsoft.com/office/drawing/2014/main" id="{32C0E079-A385-E845-B84C-120B40BE0288}"/>
              </a:ext>
            </a:extLst>
          </p:cNvPr>
          <p:cNvSpPr>
            <a:spLocks noGrp="1"/>
          </p:cNvSpPr>
          <p:nvPr>
            <p:ph type="pic" sz="quarter" idx="20"/>
          </p:nvPr>
        </p:nvSpPr>
        <p:spPr>
          <a:xfrm>
            <a:off x="7806639" y="235016"/>
            <a:ext cx="2006600" cy="2005798"/>
          </a:xfrm>
          <a:solidFill>
            <a:schemeClr val="tx1">
              <a:lumMod val="75000"/>
            </a:schemeClr>
          </a:solidFill>
        </p:spPr>
        <p:txBody>
          <a:bodyPr/>
          <a:lstStyle/>
          <a:p>
            <a:endParaRPr lang="en-US"/>
          </a:p>
        </p:txBody>
      </p:sp>
      <p:sp>
        <p:nvSpPr>
          <p:cNvPr id="50" name="Picture Placeholder 54">
            <a:extLst>
              <a:ext uri="{FF2B5EF4-FFF2-40B4-BE49-F238E27FC236}">
                <a16:creationId xmlns:a16="http://schemas.microsoft.com/office/drawing/2014/main" id="{5E1EAADB-AA1D-AE47-89C0-03AE9F7D8E00}"/>
              </a:ext>
            </a:extLst>
          </p:cNvPr>
          <p:cNvSpPr>
            <a:spLocks noGrp="1"/>
          </p:cNvSpPr>
          <p:nvPr>
            <p:ph type="pic" sz="quarter" idx="22"/>
          </p:nvPr>
        </p:nvSpPr>
        <p:spPr>
          <a:xfrm>
            <a:off x="7806238" y="2425459"/>
            <a:ext cx="2006600" cy="2005798"/>
          </a:xfrm>
          <a:prstGeom prst="ellipse">
            <a:avLst/>
          </a:prstGeom>
          <a:solidFill>
            <a:schemeClr val="tx1">
              <a:lumMod val="75000"/>
            </a:schemeClr>
          </a:solidFill>
        </p:spPr>
        <p:txBody>
          <a:bodyPr/>
          <a:lstStyle/>
          <a:p>
            <a:endParaRPr lang="en-US"/>
          </a:p>
        </p:txBody>
      </p:sp>
      <p:sp>
        <p:nvSpPr>
          <p:cNvPr id="51" name="Picture Placeholder 54">
            <a:extLst>
              <a:ext uri="{FF2B5EF4-FFF2-40B4-BE49-F238E27FC236}">
                <a16:creationId xmlns:a16="http://schemas.microsoft.com/office/drawing/2014/main" id="{ECAF3610-AF61-9046-8D53-99C6435EC4D9}"/>
              </a:ext>
            </a:extLst>
          </p:cNvPr>
          <p:cNvSpPr>
            <a:spLocks noGrp="1"/>
          </p:cNvSpPr>
          <p:nvPr>
            <p:ph type="pic" sz="quarter" idx="23"/>
          </p:nvPr>
        </p:nvSpPr>
        <p:spPr>
          <a:xfrm>
            <a:off x="9992557" y="4622684"/>
            <a:ext cx="2006600" cy="2005798"/>
          </a:xfrm>
          <a:prstGeom prst="ellipse">
            <a:avLst/>
          </a:prstGeom>
          <a:solidFill>
            <a:schemeClr val="tx1">
              <a:lumMod val="75000"/>
            </a:schemeClr>
          </a:solidFill>
        </p:spPr>
        <p:txBody>
          <a:bodyPr/>
          <a:lstStyle/>
          <a:p>
            <a:endParaRPr lang="en-US"/>
          </a:p>
        </p:txBody>
      </p:sp>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1406403617"/>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16" name="Picture Placeholder 54">
            <a:extLst>
              <a:ext uri="{FF2B5EF4-FFF2-40B4-BE49-F238E27FC236}">
                <a16:creationId xmlns:a16="http://schemas.microsoft.com/office/drawing/2014/main" id="{556E1E32-C37D-AE47-8789-1EF4DE5E44AA}"/>
              </a:ext>
            </a:extLst>
          </p:cNvPr>
          <p:cNvSpPr>
            <a:spLocks noGrp="1"/>
          </p:cNvSpPr>
          <p:nvPr>
            <p:ph type="pic" sz="quarter" idx="19"/>
          </p:nvPr>
        </p:nvSpPr>
        <p:spPr>
          <a:xfrm>
            <a:off x="5619918" y="235016"/>
            <a:ext cx="6380041" cy="6393466"/>
          </a:xfrm>
          <a:solidFill>
            <a:schemeClr val="tx1">
              <a:lumMod val="75000"/>
            </a:schemeClr>
          </a:solidFill>
        </p:spPr>
        <p:txBody>
          <a:bodyPr/>
          <a:lstStyle/>
          <a:p>
            <a:endParaRPr lang="en-US"/>
          </a:p>
        </p:txBody>
      </p:sp>
    </p:spTree>
    <p:extLst>
      <p:ext uri="{BB962C8B-B14F-4D97-AF65-F5344CB8AC3E}">
        <p14:creationId xmlns:p14="http://schemas.microsoft.com/office/powerpoint/2010/main" val="4084128406"/>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8" name="Picture Placeholder 54">
            <a:extLst>
              <a:ext uri="{FF2B5EF4-FFF2-40B4-BE49-F238E27FC236}">
                <a16:creationId xmlns:a16="http://schemas.microsoft.com/office/drawing/2014/main" id="{3E3BC028-6175-134B-90D7-2CA7DB8C71B4}"/>
              </a:ext>
            </a:extLst>
          </p:cNvPr>
          <p:cNvSpPr>
            <a:spLocks noGrp="1"/>
          </p:cNvSpPr>
          <p:nvPr>
            <p:ph type="pic" sz="quarter" idx="19"/>
          </p:nvPr>
        </p:nvSpPr>
        <p:spPr>
          <a:xfrm>
            <a:off x="5619918" y="235016"/>
            <a:ext cx="6380041" cy="6393466"/>
          </a:xfrm>
          <a:prstGeom prst="ellipse">
            <a:avLst/>
          </a:prstGeom>
          <a:solidFill>
            <a:schemeClr val="tx1">
              <a:lumMod val="75000"/>
            </a:schemeClr>
          </a:solidFill>
        </p:spPr>
        <p:txBody>
          <a:bodyPr/>
          <a:lstStyle/>
          <a:p>
            <a:endParaRPr lang="en-US"/>
          </a:p>
        </p:txBody>
      </p:sp>
    </p:spTree>
    <p:extLst>
      <p:ext uri="{BB962C8B-B14F-4D97-AF65-F5344CB8AC3E}">
        <p14:creationId xmlns:p14="http://schemas.microsoft.com/office/powerpoint/2010/main" val="3098756384"/>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Click to add subheading </a:t>
            </a:r>
          </a:p>
        </p:txBody>
      </p:sp>
    </p:spTree>
    <p:extLst>
      <p:ext uri="{BB962C8B-B14F-4D97-AF65-F5344CB8AC3E}">
        <p14:creationId xmlns:p14="http://schemas.microsoft.com/office/powerpoint/2010/main" val="26885778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E527E4CF-5077-C940-A27A-D800E5D460EB}"/>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9" name="Picture 8" descr="A picture containing logo&#10;&#10;Description automatically generated">
            <a:extLst>
              <a:ext uri="{FF2B5EF4-FFF2-40B4-BE49-F238E27FC236}">
                <a16:creationId xmlns:a16="http://schemas.microsoft.com/office/drawing/2014/main" id="{D6601DD2-986D-E94F-95D5-A378C83BA82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109093" y="6595385"/>
            <a:ext cx="740007" cy="110214"/>
          </a:xfrm>
          <a:prstGeom prst="rect">
            <a:avLst/>
          </a:prstGeom>
        </p:spPr>
      </p:pic>
      <p:sp>
        <p:nvSpPr>
          <p:cNvPr id="12" name="Holder 2">
            <a:extLst>
              <a:ext uri="{FF2B5EF4-FFF2-40B4-BE49-F238E27FC236}">
                <a16:creationId xmlns:a16="http://schemas.microsoft.com/office/drawing/2014/main" id="{6A87A3A9-70BA-E146-A408-0834738D0DE4}"/>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3" name="Text Placeholder 7">
            <a:extLst>
              <a:ext uri="{FF2B5EF4-FFF2-40B4-BE49-F238E27FC236}">
                <a16:creationId xmlns:a16="http://schemas.microsoft.com/office/drawing/2014/main" id="{08A94F65-F10B-464A-B233-0274DFED7D75}"/>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b="0">
                <a:solidFill>
                  <a:schemeClr val="tx1">
                    <a:lumMod val="50000"/>
                    <a:lumOff val="50000"/>
                  </a:schemeClr>
                </a:solidFill>
              </a:defRPr>
            </a:lvl1pPr>
          </a:lstStyle>
          <a:p>
            <a:pPr lvl="0"/>
            <a:r>
              <a:rPr lang="en-US"/>
              <a:t>Click to add subheading </a:t>
            </a:r>
          </a:p>
        </p:txBody>
      </p:sp>
      <p:sp>
        <p:nvSpPr>
          <p:cNvPr id="14" name="Text Placeholder 10">
            <a:extLst>
              <a:ext uri="{FF2B5EF4-FFF2-40B4-BE49-F238E27FC236}">
                <a16:creationId xmlns:a16="http://schemas.microsoft.com/office/drawing/2014/main" id="{A044809F-3A4A-6540-94E5-5E55948B3D16}"/>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48000940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Title Only">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9" name="Holder 2">
            <a:extLst>
              <a:ext uri="{FF2B5EF4-FFF2-40B4-BE49-F238E27FC236}">
                <a16:creationId xmlns:a16="http://schemas.microsoft.com/office/drawing/2014/main" id="{129985E9-CDC2-6646-A7DD-6E888AC412E9}"/>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0" name="Text Placeholder 7">
            <a:extLst>
              <a:ext uri="{FF2B5EF4-FFF2-40B4-BE49-F238E27FC236}">
                <a16:creationId xmlns:a16="http://schemas.microsoft.com/office/drawing/2014/main" id="{39AC9CE5-5249-E146-9F02-A704FC5C6C5B}"/>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12" name="Text Placeholder 10">
            <a:extLst>
              <a:ext uri="{FF2B5EF4-FFF2-40B4-BE49-F238E27FC236}">
                <a16:creationId xmlns:a16="http://schemas.microsoft.com/office/drawing/2014/main" id="{F80652F8-AE47-EA4B-8708-F792B942BCB2}"/>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7850885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1_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323996828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_Title Only">
    <p:bg>
      <p:bgPr>
        <a:solidFill>
          <a:schemeClr val="bg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324155357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2_Title Only">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5" y="2699252"/>
            <a:ext cx="6037115" cy="729748"/>
          </a:xfrm>
          <a:prstGeom prst="rect">
            <a:avLst/>
          </a:prstGeom>
        </p:spPr>
        <p:txBody>
          <a:bodyPr lIns="0" tIns="0" rIns="0" bIns="0" anchor="t">
            <a:noAutofit/>
          </a:bodyPr>
          <a:lstStyle>
            <a:lvl1pPr>
              <a:defRPr sz="5400" b="0" i="0">
                <a:solidFill>
                  <a:schemeClr val="bg1"/>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bg1"/>
                </a:solidFill>
              </a:defRPr>
            </a:lvl1pPr>
          </a:lstStyle>
          <a:p>
            <a:pPr lvl="0"/>
            <a:r>
              <a:rPr lang="en-US"/>
              <a:t>Click to add subheading </a:t>
            </a:r>
          </a:p>
        </p:txBody>
      </p:sp>
      <p:pic>
        <p:nvPicPr>
          <p:cNvPr id="7" name="Picture 6" descr="A picture containing logo&#10;&#10;Description automatically generated">
            <a:extLst>
              <a:ext uri="{FF2B5EF4-FFF2-40B4-BE49-F238E27FC236}">
                <a16:creationId xmlns:a16="http://schemas.microsoft.com/office/drawing/2014/main" id="{9E45923B-DF57-0F45-A748-57E41D3E2723}"/>
              </a:ext>
            </a:extLst>
          </p:cNvPr>
          <p:cNvPicPr>
            <a:picLocks noChangeAspect="1"/>
          </p:cNvPicPr>
          <p:nvPr userDrawn="1"/>
        </p:nvPicPr>
        <p:blipFill>
          <a:blip r:embed="rId5" cstate="screen">
            <a:extLst>
              <a:ext uri="{BEBA8EAE-BF5A-486C-A8C5-ECC9F3942E4B}">
                <a14:imgProps xmlns:a14="http://schemas.microsoft.com/office/drawing/2010/main">
                  <a14:imgLayer r:embed="rId6">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212434186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Title Only">
    <p:bg>
      <p:bgPr>
        <a:solidFill>
          <a:schemeClr val="tx1">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4129" cy="68580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5A9C6CA0-E345-9B43-A270-012409DEE3E0}"/>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37656101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3_Title Only">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37140359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8_Title Only">
    <p:bg>
      <p:bgPr>
        <a:solidFill>
          <a:schemeClr val="accent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4053669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amp; Subhea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07823" cy="433913"/>
          </a:xfrm>
          <a:prstGeom prst="rect">
            <a:avLst/>
          </a:prstGeom>
        </p:spPr>
        <p:txBody>
          <a:bodyPr lIns="0" tIns="0" rIns="0" bIns="0" anchor="t">
            <a:noAutofit/>
          </a:bodyPr>
          <a:lstStyle>
            <a:lvl1pPr>
              <a:defRPr sz="3200" b="1"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428625" y="1205701"/>
            <a:ext cx="11407822" cy="325829"/>
          </a:xfrm>
        </p:spPr>
        <p:txBody>
          <a:bodyPr tIns="0" rIns="0" bIns="0" anchor="t">
            <a:noAutofit/>
          </a:bodyPr>
          <a:lstStyle>
            <a:lvl1pPr marL="0" indent="0">
              <a:lnSpc>
                <a:spcPct val="100000"/>
              </a:lnSpc>
              <a:buNone/>
              <a:defRPr sz="1600">
                <a:solidFill>
                  <a:schemeClr val="tx1">
                    <a:lumMod val="50000"/>
                    <a:lumOff val="50000"/>
                  </a:schemeClr>
                </a:solidFill>
              </a:defRPr>
            </a:lvl1pPr>
          </a:lstStyle>
          <a:p>
            <a:pPr lvl="0"/>
            <a:r>
              <a:rPr lang="en-US"/>
              <a:t>Click to edit subheading </a:t>
            </a:r>
          </a:p>
        </p:txBody>
      </p:sp>
    </p:spTree>
    <p:extLst>
      <p:ext uri="{BB962C8B-B14F-4D97-AF65-F5344CB8AC3E}">
        <p14:creationId xmlns:p14="http://schemas.microsoft.com/office/powerpoint/2010/main" val="286699714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785942226"/>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grpSp>
        <p:nvGrpSpPr>
          <p:cNvPr id="16" name="Group 15">
            <a:extLst>
              <a:ext uri="{FF2B5EF4-FFF2-40B4-BE49-F238E27FC236}">
                <a16:creationId xmlns:a16="http://schemas.microsoft.com/office/drawing/2014/main" id="{E0E5428A-0A35-A34A-8CAC-9BAD5ECD8D93}"/>
              </a:ext>
            </a:extLst>
          </p:cNvPr>
          <p:cNvGrpSpPr/>
          <p:nvPr userDrawn="1"/>
        </p:nvGrpSpPr>
        <p:grpSpPr>
          <a:xfrm rot="16200000">
            <a:off x="6699397" y="1342272"/>
            <a:ext cx="6311200" cy="4183462"/>
            <a:chOff x="5617474" y="2413256"/>
            <a:chExt cx="6374640" cy="4225515"/>
          </a:xfrm>
        </p:grpSpPr>
        <p:sp>
          <p:nvSpPr>
            <p:cNvPr id="17" name="Rectangle 16">
              <a:extLst>
                <a:ext uri="{FF2B5EF4-FFF2-40B4-BE49-F238E27FC236}">
                  <a16:creationId xmlns:a16="http://schemas.microsoft.com/office/drawing/2014/main" id="{42914CD1-A2DB-634C-83C4-D51286B21E48}"/>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2D141B-A735-1E43-A950-7B92CD553EBD}"/>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2D63E7-1921-1445-81B8-AF0AB6203FFC}"/>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243AC40-FAB9-374C-B1DC-5A8FD95DDE5A}"/>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AA3AD-D464-2D48-8F12-C0F8F06AD9B9}"/>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F8FEAA2-0461-6A44-9279-256942B192E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1">
            <a:extLst>
              <a:ext uri="{FF2B5EF4-FFF2-40B4-BE49-F238E27FC236}">
                <a16:creationId xmlns:a16="http://schemas.microsoft.com/office/drawing/2014/main" id="{64FB6912-BF55-1B4F-A155-EFC65F2AFFD4}"/>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bg1"/>
                </a:solidFill>
              </a:defRPr>
            </a:lvl1pPr>
          </a:lstStyle>
          <a:p>
            <a:r>
              <a:rPr lang="en-US"/>
              <a:t>Lorem </a:t>
            </a:r>
            <a:br>
              <a:rPr lang="en-US"/>
            </a:br>
            <a:r>
              <a:rPr lang="en-US"/>
              <a:t>ipsum dolor</a:t>
            </a:r>
          </a:p>
        </p:txBody>
      </p:sp>
    </p:spTree>
    <p:extLst>
      <p:ext uri="{BB962C8B-B14F-4D97-AF65-F5344CB8AC3E}">
        <p14:creationId xmlns:p14="http://schemas.microsoft.com/office/powerpoint/2010/main" val="123004586"/>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Title_2">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userDrawn="1"/>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48689539"/>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41" name="Picture Placeholder 54">
            <a:extLst>
              <a:ext uri="{FF2B5EF4-FFF2-40B4-BE49-F238E27FC236}">
                <a16:creationId xmlns:a16="http://schemas.microsoft.com/office/drawing/2014/main" id="{813D2CEF-E490-4A43-BA2A-6248F609ECB3}"/>
              </a:ext>
            </a:extLst>
          </p:cNvPr>
          <p:cNvSpPr>
            <a:spLocks noGrp="1"/>
          </p:cNvSpPr>
          <p:nvPr>
            <p:ph type="pic" sz="quarter" idx="21"/>
          </p:nvPr>
        </p:nvSpPr>
        <p:spPr>
          <a:xfrm>
            <a:off x="5619918" y="235016"/>
            <a:ext cx="2006600" cy="2005798"/>
          </a:xfrm>
          <a:prstGeom prst="ellipse">
            <a:avLst/>
          </a:prstGeom>
          <a:solidFill>
            <a:schemeClr val="accent1"/>
          </a:solidFill>
        </p:spPr>
        <p:txBody>
          <a:bodyPr/>
          <a:lstStyle/>
          <a:p>
            <a:endParaRPr lang="en-US"/>
          </a:p>
        </p:txBody>
      </p:sp>
      <p:sp>
        <p:nvSpPr>
          <p:cNvPr id="42" name="Picture Placeholder 54">
            <a:extLst>
              <a:ext uri="{FF2B5EF4-FFF2-40B4-BE49-F238E27FC236}">
                <a16:creationId xmlns:a16="http://schemas.microsoft.com/office/drawing/2014/main" id="{8E6D7200-6943-3941-A2F6-F022A3B82384}"/>
              </a:ext>
            </a:extLst>
          </p:cNvPr>
          <p:cNvSpPr>
            <a:spLocks noGrp="1"/>
          </p:cNvSpPr>
          <p:nvPr>
            <p:ph type="pic" sz="quarter" idx="15"/>
          </p:nvPr>
        </p:nvSpPr>
        <p:spPr>
          <a:xfrm>
            <a:off x="5619918" y="2425459"/>
            <a:ext cx="2006600" cy="2005798"/>
          </a:xfrm>
          <a:solidFill>
            <a:schemeClr val="accent2"/>
          </a:solidFill>
        </p:spPr>
        <p:txBody>
          <a:bodyPr/>
          <a:lstStyle/>
          <a:p>
            <a:endParaRPr lang="en-US"/>
          </a:p>
        </p:txBody>
      </p:sp>
      <p:sp>
        <p:nvSpPr>
          <p:cNvPr id="43" name="Picture Placeholder 54">
            <a:extLst>
              <a:ext uri="{FF2B5EF4-FFF2-40B4-BE49-F238E27FC236}">
                <a16:creationId xmlns:a16="http://schemas.microsoft.com/office/drawing/2014/main" id="{D8C3124C-89A2-B94E-8A24-2377D257125A}"/>
              </a:ext>
            </a:extLst>
          </p:cNvPr>
          <p:cNvSpPr>
            <a:spLocks noGrp="1"/>
          </p:cNvSpPr>
          <p:nvPr>
            <p:ph type="pic" sz="quarter" idx="16"/>
          </p:nvPr>
        </p:nvSpPr>
        <p:spPr>
          <a:xfrm>
            <a:off x="5619918" y="4622684"/>
            <a:ext cx="2006600" cy="2005798"/>
          </a:xfrm>
          <a:solidFill>
            <a:schemeClr val="accent1"/>
          </a:solidFill>
        </p:spPr>
        <p:txBody>
          <a:bodyPr/>
          <a:lstStyle/>
          <a:p>
            <a:endParaRPr lang="en-US"/>
          </a:p>
        </p:txBody>
      </p:sp>
      <p:sp>
        <p:nvSpPr>
          <p:cNvPr id="44" name="Picture Placeholder 54">
            <a:extLst>
              <a:ext uri="{FF2B5EF4-FFF2-40B4-BE49-F238E27FC236}">
                <a16:creationId xmlns:a16="http://schemas.microsoft.com/office/drawing/2014/main" id="{501D1DB9-E0C3-CC48-8F55-F2B44F631657}"/>
              </a:ext>
            </a:extLst>
          </p:cNvPr>
          <p:cNvSpPr>
            <a:spLocks noGrp="1"/>
          </p:cNvSpPr>
          <p:nvPr>
            <p:ph type="pic" sz="quarter" idx="17"/>
          </p:nvPr>
        </p:nvSpPr>
        <p:spPr>
          <a:xfrm>
            <a:off x="7806639" y="4622684"/>
            <a:ext cx="2006600" cy="2005798"/>
          </a:xfrm>
          <a:solidFill>
            <a:schemeClr val="bg2"/>
          </a:solidFill>
        </p:spPr>
        <p:txBody>
          <a:bodyPr/>
          <a:lstStyle/>
          <a:p>
            <a:endParaRPr lang="en-US"/>
          </a:p>
        </p:txBody>
      </p:sp>
      <p:sp>
        <p:nvSpPr>
          <p:cNvPr id="45" name="Picture Placeholder 54">
            <a:extLst>
              <a:ext uri="{FF2B5EF4-FFF2-40B4-BE49-F238E27FC236}">
                <a16:creationId xmlns:a16="http://schemas.microsoft.com/office/drawing/2014/main" id="{CD6755C7-1428-A441-85D4-9C5529A1686B}"/>
              </a:ext>
            </a:extLst>
          </p:cNvPr>
          <p:cNvSpPr>
            <a:spLocks noGrp="1"/>
          </p:cNvSpPr>
          <p:nvPr>
            <p:ph type="pic" sz="quarter" idx="18"/>
          </p:nvPr>
        </p:nvSpPr>
        <p:spPr>
          <a:xfrm>
            <a:off x="9993359" y="2425459"/>
            <a:ext cx="2006600" cy="2005798"/>
          </a:xfrm>
          <a:solidFill>
            <a:schemeClr val="bg2"/>
          </a:solidFill>
        </p:spPr>
        <p:txBody>
          <a:bodyPr/>
          <a:lstStyle/>
          <a:p>
            <a:endParaRPr lang="en-US"/>
          </a:p>
        </p:txBody>
      </p:sp>
      <p:sp>
        <p:nvSpPr>
          <p:cNvPr id="46" name="Picture Placeholder 54">
            <a:extLst>
              <a:ext uri="{FF2B5EF4-FFF2-40B4-BE49-F238E27FC236}">
                <a16:creationId xmlns:a16="http://schemas.microsoft.com/office/drawing/2014/main" id="{32AB4C08-4EDF-5949-94C6-12BFE7BE182E}"/>
              </a:ext>
            </a:extLst>
          </p:cNvPr>
          <p:cNvSpPr>
            <a:spLocks noGrp="1"/>
          </p:cNvSpPr>
          <p:nvPr>
            <p:ph type="pic" sz="quarter" idx="19"/>
          </p:nvPr>
        </p:nvSpPr>
        <p:spPr>
          <a:xfrm>
            <a:off x="9993359" y="235016"/>
            <a:ext cx="2006600" cy="2005798"/>
          </a:xfrm>
          <a:solidFill>
            <a:schemeClr val="accent1"/>
          </a:solidFill>
        </p:spPr>
        <p:txBody>
          <a:bodyPr/>
          <a:lstStyle/>
          <a:p>
            <a:endParaRPr lang="en-US"/>
          </a:p>
        </p:txBody>
      </p:sp>
      <p:sp>
        <p:nvSpPr>
          <p:cNvPr id="47" name="Picture Placeholder 54">
            <a:extLst>
              <a:ext uri="{FF2B5EF4-FFF2-40B4-BE49-F238E27FC236}">
                <a16:creationId xmlns:a16="http://schemas.microsoft.com/office/drawing/2014/main" id="{8691E5DA-FC53-CB40-937F-440E7C5C689F}"/>
              </a:ext>
            </a:extLst>
          </p:cNvPr>
          <p:cNvSpPr>
            <a:spLocks noGrp="1"/>
          </p:cNvSpPr>
          <p:nvPr>
            <p:ph type="pic" sz="quarter" idx="20"/>
          </p:nvPr>
        </p:nvSpPr>
        <p:spPr>
          <a:xfrm>
            <a:off x="7806639" y="235016"/>
            <a:ext cx="2006600" cy="2005798"/>
          </a:xfrm>
          <a:solidFill>
            <a:schemeClr val="bg2"/>
          </a:solidFill>
        </p:spPr>
        <p:txBody>
          <a:bodyPr/>
          <a:lstStyle/>
          <a:p>
            <a:endParaRPr lang="en-US"/>
          </a:p>
        </p:txBody>
      </p:sp>
      <p:sp>
        <p:nvSpPr>
          <p:cNvPr id="48" name="Picture Placeholder 54">
            <a:extLst>
              <a:ext uri="{FF2B5EF4-FFF2-40B4-BE49-F238E27FC236}">
                <a16:creationId xmlns:a16="http://schemas.microsoft.com/office/drawing/2014/main" id="{8B4C8707-7538-794A-9D07-211B33CC516A}"/>
              </a:ext>
            </a:extLst>
          </p:cNvPr>
          <p:cNvSpPr>
            <a:spLocks noGrp="1"/>
          </p:cNvSpPr>
          <p:nvPr>
            <p:ph type="pic" sz="quarter" idx="22"/>
          </p:nvPr>
        </p:nvSpPr>
        <p:spPr>
          <a:xfrm>
            <a:off x="7806238" y="2425459"/>
            <a:ext cx="2006600" cy="2005798"/>
          </a:xfrm>
          <a:prstGeom prst="ellipse">
            <a:avLst/>
          </a:prstGeom>
          <a:solidFill>
            <a:schemeClr val="accent2"/>
          </a:solidFill>
        </p:spPr>
        <p:txBody>
          <a:bodyPr/>
          <a:lstStyle/>
          <a:p>
            <a:endParaRPr lang="en-US"/>
          </a:p>
        </p:txBody>
      </p:sp>
      <p:sp>
        <p:nvSpPr>
          <p:cNvPr id="49" name="Picture Placeholder 54">
            <a:extLst>
              <a:ext uri="{FF2B5EF4-FFF2-40B4-BE49-F238E27FC236}">
                <a16:creationId xmlns:a16="http://schemas.microsoft.com/office/drawing/2014/main" id="{17DED411-A7E4-144E-8FED-05272BE5061B}"/>
              </a:ext>
            </a:extLst>
          </p:cNvPr>
          <p:cNvSpPr>
            <a:spLocks noGrp="1"/>
          </p:cNvSpPr>
          <p:nvPr>
            <p:ph type="pic" sz="quarter" idx="23"/>
          </p:nvPr>
        </p:nvSpPr>
        <p:spPr>
          <a:xfrm>
            <a:off x="9992557" y="4622684"/>
            <a:ext cx="2006600" cy="2005798"/>
          </a:xfrm>
          <a:prstGeom prst="ellipse">
            <a:avLst/>
          </a:prstGeom>
          <a:solidFill>
            <a:schemeClr val="accent2"/>
          </a:solidFill>
        </p:spPr>
        <p:txBody>
          <a:bodyPr/>
          <a:lstStyle/>
          <a:p>
            <a:endParaRPr lang="en-US"/>
          </a:p>
        </p:txBody>
      </p:sp>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1362755152"/>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16" name="Picture Placeholder 54">
            <a:extLst>
              <a:ext uri="{FF2B5EF4-FFF2-40B4-BE49-F238E27FC236}">
                <a16:creationId xmlns:a16="http://schemas.microsoft.com/office/drawing/2014/main" id="{2320438A-EEE4-4F41-826E-2F15F3605C97}"/>
              </a:ext>
            </a:extLst>
          </p:cNvPr>
          <p:cNvSpPr>
            <a:spLocks noGrp="1"/>
          </p:cNvSpPr>
          <p:nvPr>
            <p:ph type="pic" sz="quarter" idx="19"/>
          </p:nvPr>
        </p:nvSpPr>
        <p:spPr>
          <a:xfrm>
            <a:off x="5619918" y="235016"/>
            <a:ext cx="6380041" cy="6393466"/>
          </a:xfrm>
          <a:solidFill>
            <a:schemeClr val="accent1"/>
          </a:solidFill>
        </p:spPr>
        <p:txBody>
          <a:bodyPr/>
          <a:lstStyle/>
          <a:p>
            <a:endParaRPr lang="en-US"/>
          </a:p>
        </p:txBody>
      </p:sp>
    </p:spTree>
    <p:extLst>
      <p:ext uri="{BB962C8B-B14F-4D97-AF65-F5344CB8AC3E}">
        <p14:creationId xmlns:p14="http://schemas.microsoft.com/office/powerpoint/2010/main" val="399783298"/>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8" name="Picture Placeholder 54">
            <a:extLst>
              <a:ext uri="{FF2B5EF4-FFF2-40B4-BE49-F238E27FC236}">
                <a16:creationId xmlns:a16="http://schemas.microsoft.com/office/drawing/2014/main" id="{94F71195-5164-6642-8CF4-E5AA9705B94F}"/>
              </a:ext>
            </a:extLst>
          </p:cNvPr>
          <p:cNvSpPr>
            <a:spLocks noGrp="1"/>
          </p:cNvSpPr>
          <p:nvPr>
            <p:ph type="pic" sz="quarter" idx="19"/>
          </p:nvPr>
        </p:nvSpPr>
        <p:spPr>
          <a:xfrm>
            <a:off x="5619918" y="235016"/>
            <a:ext cx="6380041" cy="6393466"/>
          </a:xfrm>
          <a:prstGeom prst="ellipse">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3291048471"/>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65" name="Picture Placeholder 54">
            <a:extLst>
              <a:ext uri="{FF2B5EF4-FFF2-40B4-BE49-F238E27FC236}">
                <a16:creationId xmlns:a16="http://schemas.microsoft.com/office/drawing/2014/main" id="{E697434F-7999-9047-A194-6FA403BC0051}"/>
              </a:ext>
            </a:extLst>
          </p:cNvPr>
          <p:cNvSpPr>
            <a:spLocks noGrp="1"/>
          </p:cNvSpPr>
          <p:nvPr>
            <p:ph type="pic" sz="quarter" idx="21"/>
          </p:nvPr>
        </p:nvSpPr>
        <p:spPr>
          <a:xfrm>
            <a:off x="5619918" y="235016"/>
            <a:ext cx="2006600" cy="2005798"/>
          </a:xfrm>
          <a:prstGeom prst="ellipse">
            <a:avLst/>
          </a:prstGeom>
          <a:solidFill>
            <a:schemeClr val="bg2">
              <a:lumMod val="60000"/>
              <a:lumOff val="40000"/>
            </a:schemeClr>
          </a:solidFill>
        </p:spPr>
        <p:txBody>
          <a:bodyPr/>
          <a:lstStyle/>
          <a:p>
            <a:endParaRPr lang="en-US"/>
          </a:p>
        </p:txBody>
      </p:sp>
      <p:sp>
        <p:nvSpPr>
          <p:cNvPr id="66" name="Picture Placeholder 54">
            <a:extLst>
              <a:ext uri="{FF2B5EF4-FFF2-40B4-BE49-F238E27FC236}">
                <a16:creationId xmlns:a16="http://schemas.microsoft.com/office/drawing/2014/main" id="{2209AC8B-534C-4D43-B16C-77FC053588C0}"/>
              </a:ext>
            </a:extLst>
          </p:cNvPr>
          <p:cNvSpPr>
            <a:spLocks noGrp="1"/>
          </p:cNvSpPr>
          <p:nvPr>
            <p:ph type="pic" sz="quarter" idx="15"/>
          </p:nvPr>
        </p:nvSpPr>
        <p:spPr>
          <a:xfrm>
            <a:off x="5619918" y="2425459"/>
            <a:ext cx="2006600" cy="2005798"/>
          </a:xfrm>
          <a:solidFill>
            <a:schemeClr val="bg2">
              <a:lumMod val="60000"/>
              <a:lumOff val="40000"/>
            </a:schemeClr>
          </a:solidFill>
        </p:spPr>
        <p:txBody>
          <a:bodyPr/>
          <a:lstStyle/>
          <a:p>
            <a:endParaRPr lang="en-US"/>
          </a:p>
        </p:txBody>
      </p:sp>
      <p:sp>
        <p:nvSpPr>
          <p:cNvPr id="67" name="Picture Placeholder 54">
            <a:extLst>
              <a:ext uri="{FF2B5EF4-FFF2-40B4-BE49-F238E27FC236}">
                <a16:creationId xmlns:a16="http://schemas.microsoft.com/office/drawing/2014/main" id="{1D517556-06E1-F04E-A179-90723EFA6B80}"/>
              </a:ext>
            </a:extLst>
          </p:cNvPr>
          <p:cNvSpPr>
            <a:spLocks noGrp="1"/>
          </p:cNvSpPr>
          <p:nvPr>
            <p:ph type="pic" sz="quarter" idx="16"/>
          </p:nvPr>
        </p:nvSpPr>
        <p:spPr>
          <a:xfrm>
            <a:off x="5619918" y="4622684"/>
            <a:ext cx="2006600" cy="2005798"/>
          </a:xfrm>
          <a:solidFill>
            <a:schemeClr val="bg2">
              <a:lumMod val="60000"/>
              <a:lumOff val="40000"/>
            </a:schemeClr>
          </a:solidFill>
        </p:spPr>
        <p:txBody>
          <a:bodyPr/>
          <a:lstStyle/>
          <a:p>
            <a:endParaRPr lang="en-US"/>
          </a:p>
        </p:txBody>
      </p:sp>
      <p:sp>
        <p:nvSpPr>
          <p:cNvPr id="68" name="Picture Placeholder 54">
            <a:extLst>
              <a:ext uri="{FF2B5EF4-FFF2-40B4-BE49-F238E27FC236}">
                <a16:creationId xmlns:a16="http://schemas.microsoft.com/office/drawing/2014/main" id="{4C31A59A-BCD6-7D42-9911-F533A2B0E974}"/>
              </a:ext>
            </a:extLst>
          </p:cNvPr>
          <p:cNvSpPr>
            <a:spLocks noGrp="1"/>
          </p:cNvSpPr>
          <p:nvPr>
            <p:ph type="pic" sz="quarter" idx="17"/>
          </p:nvPr>
        </p:nvSpPr>
        <p:spPr>
          <a:xfrm>
            <a:off x="7806639" y="4622684"/>
            <a:ext cx="2006600" cy="2005798"/>
          </a:xfrm>
          <a:solidFill>
            <a:schemeClr val="bg2">
              <a:lumMod val="60000"/>
              <a:lumOff val="40000"/>
            </a:schemeClr>
          </a:solidFill>
        </p:spPr>
        <p:txBody>
          <a:bodyPr/>
          <a:lstStyle/>
          <a:p>
            <a:endParaRPr lang="en-US"/>
          </a:p>
        </p:txBody>
      </p:sp>
      <p:sp>
        <p:nvSpPr>
          <p:cNvPr id="69" name="Picture Placeholder 54">
            <a:extLst>
              <a:ext uri="{FF2B5EF4-FFF2-40B4-BE49-F238E27FC236}">
                <a16:creationId xmlns:a16="http://schemas.microsoft.com/office/drawing/2014/main" id="{7FF2D2D0-9BC4-5B40-A378-03CEA1CD3640}"/>
              </a:ext>
            </a:extLst>
          </p:cNvPr>
          <p:cNvSpPr>
            <a:spLocks noGrp="1"/>
          </p:cNvSpPr>
          <p:nvPr>
            <p:ph type="pic" sz="quarter" idx="18"/>
          </p:nvPr>
        </p:nvSpPr>
        <p:spPr>
          <a:xfrm>
            <a:off x="9993359" y="2425459"/>
            <a:ext cx="2006600" cy="2005798"/>
          </a:xfrm>
          <a:solidFill>
            <a:schemeClr val="bg2">
              <a:lumMod val="60000"/>
              <a:lumOff val="40000"/>
            </a:schemeClr>
          </a:solidFill>
        </p:spPr>
        <p:txBody>
          <a:bodyPr/>
          <a:lstStyle/>
          <a:p>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9993359" y="235016"/>
            <a:ext cx="2006600" cy="2005798"/>
          </a:xfrm>
          <a:solidFill>
            <a:schemeClr val="bg2">
              <a:lumMod val="60000"/>
              <a:lumOff val="40000"/>
            </a:schemeClr>
          </a:solidFill>
        </p:spPr>
        <p:txBody>
          <a:bodyPr/>
          <a:lstStyle/>
          <a:p>
            <a:endParaRPr lang="en-US"/>
          </a:p>
        </p:txBody>
      </p:sp>
      <p:sp>
        <p:nvSpPr>
          <p:cNvPr id="71" name="Picture Placeholder 54">
            <a:extLst>
              <a:ext uri="{FF2B5EF4-FFF2-40B4-BE49-F238E27FC236}">
                <a16:creationId xmlns:a16="http://schemas.microsoft.com/office/drawing/2014/main" id="{D5240813-F15A-8C47-A298-105FCFA02163}"/>
              </a:ext>
            </a:extLst>
          </p:cNvPr>
          <p:cNvSpPr>
            <a:spLocks noGrp="1"/>
          </p:cNvSpPr>
          <p:nvPr>
            <p:ph type="pic" sz="quarter" idx="20"/>
          </p:nvPr>
        </p:nvSpPr>
        <p:spPr>
          <a:xfrm>
            <a:off x="7806639" y="235016"/>
            <a:ext cx="2006600" cy="2005798"/>
          </a:xfrm>
          <a:solidFill>
            <a:schemeClr val="bg2">
              <a:lumMod val="60000"/>
              <a:lumOff val="40000"/>
            </a:schemeClr>
          </a:solidFill>
        </p:spPr>
        <p:txBody>
          <a:bodyPr/>
          <a:lstStyle/>
          <a:p>
            <a:endParaRPr lang="en-US"/>
          </a:p>
        </p:txBody>
      </p:sp>
      <p:sp>
        <p:nvSpPr>
          <p:cNvPr id="72" name="Picture Placeholder 54">
            <a:extLst>
              <a:ext uri="{FF2B5EF4-FFF2-40B4-BE49-F238E27FC236}">
                <a16:creationId xmlns:a16="http://schemas.microsoft.com/office/drawing/2014/main" id="{F87F508F-16B9-0B45-A2B3-10A7A8A2CBEE}"/>
              </a:ext>
            </a:extLst>
          </p:cNvPr>
          <p:cNvSpPr>
            <a:spLocks noGrp="1"/>
          </p:cNvSpPr>
          <p:nvPr>
            <p:ph type="pic" sz="quarter" idx="22"/>
          </p:nvPr>
        </p:nvSpPr>
        <p:spPr>
          <a:xfrm>
            <a:off x="7806238" y="2425459"/>
            <a:ext cx="2006600" cy="2005798"/>
          </a:xfrm>
          <a:prstGeom prst="ellipse">
            <a:avLst/>
          </a:prstGeom>
          <a:solidFill>
            <a:schemeClr val="bg2">
              <a:lumMod val="60000"/>
              <a:lumOff val="40000"/>
            </a:schemeClr>
          </a:solidFill>
        </p:spPr>
        <p:txBody>
          <a:bodyPr/>
          <a:lstStyle/>
          <a:p>
            <a:endParaRPr lang="en-US"/>
          </a:p>
        </p:txBody>
      </p:sp>
      <p:sp>
        <p:nvSpPr>
          <p:cNvPr id="73" name="Picture Placeholder 54">
            <a:extLst>
              <a:ext uri="{FF2B5EF4-FFF2-40B4-BE49-F238E27FC236}">
                <a16:creationId xmlns:a16="http://schemas.microsoft.com/office/drawing/2014/main" id="{1F6F4CE8-329C-054D-8A31-3136D7EB8340}"/>
              </a:ext>
            </a:extLst>
          </p:cNvPr>
          <p:cNvSpPr>
            <a:spLocks noGrp="1"/>
          </p:cNvSpPr>
          <p:nvPr>
            <p:ph type="pic" sz="quarter" idx="23"/>
          </p:nvPr>
        </p:nvSpPr>
        <p:spPr>
          <a:xfrm>
            <a:off x="9992557" y="4622684"/>
            <a:ext cx="2006600" cy="2005798"/>
          </a:xfrm>
          <a:prstGeom prst="ellipse">
            <a:avLst/>
          </a:prstGeom>
          <a:solidFill>
            <a:schemeClr val="bg2">
              <a:lumMod val="60000"/>
              <a:lumOff val="40000"/>
            </a:schemeClr>
          </a:solidFill>
        </p:spPr>
        <p:txBody>
          <a:bodyPr/>
          <a:lstStyle/>
          <a:p>
            <a:endParaRPr lang="en-US"/>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172558100"/>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572394632"/>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prstGeom prst="ellipse">
            <a:avLst/>
          </a:prstGeom>
          <a:solidFill>
            <a:schemeClr val="bg2">
              <a:lumMod val="60000"/>
              <a:lumOff val="40000"/>
            </a:schemeClr>
          </a:solidFill>
        </p:spPr>
        <p:txBody>
          <a:bodyPr/>
          <a:lstStyle/>
          <a:p>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203453469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43" name="Picture Placeholder 54">
            <a:extLst>
              <a:ext uri="{FF2B5EF4-FFF2-40B4-BE49-F238E27FC236}">
                <a16:creationId xmlns:a16="http://schemas.microsoft.com/office/drawing/2014/main" id="{0316E32D-2036-BC44-A9E2-F1F09021E8D4}"/>
              </a:ext>
            </a:extLst>
          </p:cNvPr>
          <p:cNvSpPr>
            <a:spLocks noGrp="1"/>
          </p:cNvSpPr>
          <p:nvPr>
            <p:ph type="pic" sz="quarter" idx="21"/>
          </p:nvPr>
        </p:nvSpPr>
        <p:spPr>
          <a:xfrm>
            <a:off x="5619918" y="235016"/>
            <a:ext cx="2006600" cy="2005798"/>
          </a:xfrm>
          <a:prstGeom prst="ellipse">
            <a:avLst/>
          </a:prstGeom>
          <a:solidFill>
            <a:schemeClr val="tx1">
              <a:lumMod val="75000"/>
            </a:schemeClr>
          </a:solidFill>
        </p:spPr>
        <p:txBody>
          <a:bodyPr/>
          <a:lstStyle/>
          <a:p>
            <a:endParaRPr lang="en-US"/>
          </a:p>
        </p:txBody>
      </p:sp>
      <p:sp>
        <p:nvSpPr>
          <p:cNvPr id="44" name="Picture Placeholder 54">
            <a:extLst>
              <a:ext uri="{FF2B5EF4-FFF2-40B4-BE49-F238E27FC236}">
                <a16:creationId xmlns:a16="http://schemas.microsoft.com/office/drawing/2014/main" id="{9C59B100-6D5E-AC48-A09E-E3183DCF395F}"/>
              </a:ext>
            </a:extLst>
          </p:cNvPr>
          <p:cNvSpPr>
            <a:spLocks noGrp="1"/>
          </p:cNvSpPr>
          <p:nvPr>
            <p:ph type="pic" sz="quarter" idx="15"/>
          </p:nvPr>
        </p:nvSpPr>
        <p:spPr>
          <a:xfrm>
            <a:off x="5619918" y="2425459"/>
            <a:ext cx="2006600" cy="2005798"/>
          </a:xfrm>
          <a:solidFill>
            <a:schemeClr val="tx1">
              <a:lumMod val="75000"/>
            </a:schemeClr>
          </a:solidFill>
        </p:spPr>
        <p:txBody>
          <a:bodyPr/>
          <a:lstStyle/>
          <a:p>
            <a:endParaRPr lang="en-US"/>
          </a:p>
        </p:txBody>
      </p:sp>
      <p:sp>
        <p:nvSpPr>
          <p:cNvPr id="45" name="Picture Placeholder 54">
            <a:extLst>
              <a:ext uri="{FF2B5EF4-FFF2-40B4-BE49-F238E27FC236}">
                <a16:creationId xmlns:a16="http://schemas.microsoft.com/office/drawing/2014/main" id="{568FB8BF-D158-074A-B789-CEBF6B5AA881}"/>
              </a:ext>
            </a:extLst>
          </p:cNvPr>
          <p:cNvSpPr>
            <a:spLocks noGrp="1"/>
          </p:cNvSpPr>
          <p:nvPr>
            <p:ph type="pic" sz="quarter" idx="16"/>
          </p:nvPr>
        </p:nvSpPr>
        <p:spPr>
          <a:xfrm>
            <a:off x="5619918" y="4622684"/>
            <a:ext cx="2006600" cy="2005798"/>
          </a:xfrm>
          <a:solidFill>
            <a:schemeClr val="tx1">
              <a:lumMod val="75000"/>
            </a:schemeClr>
          </a:solidFill>
        </p:spPr>
        <p:txBody>
          <a:bodyPr/>
          <a:lstStyle/>
          <a:p>
            <a:endParaRPr lang="en-US"/>
          </a:p>
        </p:txBody>
      </p:sp>
      <p:sp>
        <p:nvSpPr>
          <p:cNvPr id="46" name="Picture Placeholder 54">
            <a:extLst>
              <a:ext uri="{FF2B5EF4-FFF2-40B4-BE49-F238E27FC236}">
                <a16:creationId xmlns:a16="http://schemas.microsoft.com/office/drawing/2014/main" id="{C2B4FC8E-A812-9C41-BEE0-692DBFE4E04E}"/>
              </a:ext>
            </a:extLst>
          </p:cNvPr>
          <p:cNvSpPr>
            <a:spLocks noGrp="1"/>
          </p:cNvSpPr>
          <p:nvPr>
            <p:ph type="pic" sz="quarter" idx="17"/>
          </p:nvPr>
        </p:nvSpPr>
        <p:spPr>
          <a:xfrm>
            <a:off x="7806639" y="4622684"/>
            <a:ext cx="2006600" cy="2005798"/>
          </a:xfrm>
          <a:solidFill>
            <a:schemeClr val="tx1">
              <a:lumMod val="75000"/>
            </a:schemeClr>
          </a:solidFill>
        </p:spPr>
        <p:txBody>
          <a:bodyPr/>
          <a:lstStyle/>
          <a:p>
            <a:endParaRPr lang="en-US"/>
          </a:p>
        </p:txBody>
      </p:sp>
      <p:sp>
        <p:nvSpPr>
          <p:cNvPr id="47" name="Picture Placeholder 54">
            <a:extLst>
              <a:ext uri="{FF2B5EF4-FFF2-40B4-BE49-F238E27FC236}">
                <a16:creationId xmlns:a16="http://schemas.microsoft.com/office/drawing/2014/main" id="{7703F26C-0248-B948-B94C-0DBFCB2CB6B7}"/>
              </a:ext>
            </a:extLst>
          </p:cNvPr>
          <p:cNvSpPr>
            <a:spLocks noGrp="1"/>
          </p:cNvSpPr>
          <p:nvPr>
            <p:ph type="pic" sz="quarter" idx="18"/>
          </p:nvPr>
        </p:nvSpPr>
        <p:spPr>
          <a:xfrm>
            <a:off x="9993359" y="2425459"/>
            <a:ext cx="2006600" cy="2005798"/>
          </a:xfrm>
          <a:solidFill>
            <a:schemeClr val="tx1">
              <a:lumMod val="75000"/>
            </a:schemeClr>
          </a:solidFill>
        </p:spPr>
        <p:txBody>
          <a:bodyPr/>
          <a:lstStyle/>
          <a:p>
            <a:endParaRPr lang="en-US"/>
          </a:p>
        </p:txBody>
      </p:sp>
      <p:sp>
        <p:nvSpPr>
          <p:cNvPr id="48" name="Picture Placeholder 54">
            <a:extLst>
              <a:ext uri="{FF2B5EF4-FFF2-40B4-BE49-F238E27FC236}">
                <a16:creationId xmlns:a16="http://schemas.microsoft.com/office/drawing/2014/main" id="{2FC67853-5125-A040-B75C-285CA2D9C388}"/>
              </a:ext>
            </a:extLst>
          </p:cNvPr>
          <p:cNvSpPr>
            <a:spLocks noGrp="1"/>
          </p:cNvSpPr>
          <p:nvPr>
            <p:ph type="pic" sz="quarter" idx="19"/>
          </p:nvPr>
        </p:nvSpPr>
        <p:spPr>
          <a:xfrm>
            <a:off x="9993359" y="235016"/>
            <a:ext cx="2006600" cy="2005798"/>
          </a:xfrm>
          <a:solidFill>
            <a:schemeClr val="tx1">
              <a:lumMod val="75000"/>
            </a:schemeClr>
          </a:solidFill>
        </p:spPr>
        <p:txBody>
          <a:bodyPr/>
          <a:lstStyle/>
          <a:p>
            <a:endParaRPr lang="en-US"/>
          </a:p>
        </p:txBody>
      </p:sp>
      <p:sp>
        <p:nvSpPr>
          <p:cNvPr id="49" name="Picture Placeholder 54">
            <a:extLst>
              <a:ext uri="{FF2B5EF4-FFF2-40B4-BE49-F238E27FC236}">
                <a16:creationId xmlns:a16="http://schemas.microsoft.com/office/drawing/2014/main" id="{32C0E079-A385-E845-B84C-120B40BE0288}"/>
              </a:ext>
            </a:extLst>
          </p:cNvPr>
          <p:cNvSpPr>
            <a:spLocks noGrp="1"/>
          </p:cNvSpPr>
          <p:nvPr>
            <p:ph type="pic" sz="quarter" idx="20"/>
          </p:nvPr>
        </p:nvSpPr>
        <p:spPr>
          <a:xfrm>
            <a:off x="7806639" y="235016"/>
            <a:ext cx="2006600" cy="2005798"/>
          </a:xfrm>
          <a:solidFill>
            <a:schemeClr val="tx1">
              <a:lumMod val="75000"/>
            </a:schemeClr>
          </a:solidFill>
        </p:spPr>
        <p:txBody>
          <a:bodyPr/>
          <a:lstStyle/>
          <a:p>
            <a:endParaRPr lang="en-US"/>
          </a:p>
        </p:txBody>
      </p:sp>
      <p:sp>
        <p:nvSpPr>
          <p:cNvPr id="50" name="Picture Placeholder 54">
            <a:extLst>
              <a:ext uri="{FF2B5EF4-FFF2-40B4-BE49-F238E27FC236}">
                <a16:creationId xmlns:a16="http://schemas.microsoft.com/office/drawing/2014/main" id="{5E1EAADB-AA1D-AE47-89C0-03AE9F7D8E00}"/>
              </a:ext>
            </a:extLst>
          </p:cNvPr>
          <p:cNvSpPr>
            <a:spLocks noGrp="1"/>
          </p:cNvSpPr>
          <p:nvPr>
            <p:ph type="pic" sz="quarter" idx="22"/>
          </p:nvPr>
        </p:nvSpPr>
        <p:spPr>
          <a:xfrm>
            <a:off x="7806238" y="2425459"/>
            <a:ext cx="2006600" cy="2005798"/>
          </a:xfrm>
          <a:prstGeom prst="ellipse">
            <a:avLst/>
          </a:prstGeom>
          <a:solidFill>
            <a:schemeClr val="tx1">
              <a:lumMod val="75000"/>
            </a:schemeClr>
          </a:solidFill>
        </p:spPr>
        <p:txBody>
          <a:bodyPr/>
          <a:lstStyle/>
          <a:p>
            <a:endParaRPr lang="en-US"/>
          </a:p>
        </p:txBody>
      </p:sp>
      <p:sp>
        <p:nvSpPr>
          <p:cNvPr id="51" name="Picture Placeholder 54">
            <a:extLst>
              <a:ext uri="{FF2B5EF4-FFF2-40B4-BE49-F238E27FC236}">
                <a16:creationId xmlns:a16="http://schemas.microsoft.com/office/drawing/2014/main" id="{ECAF3610-AF61-9046-8D53-99C6435EC4D9}"/>
              </a:ext>
            </a:extLst>
          </p:cNvPr>
          <p:cNvSpPr>
            <a:spLocks noGrp="1"/>
          </p:cNvSpPr>
          <p:nvPr>
            <p:ph type="pic" sz="quarter" idx="23"/>
          </p:nvPr>
        </p:nvSpPr>
        <p:spPr>
          <a:xfrm>
            <a:off x="9992557" y="4622684"/>
            <a:ext cx="2006600" cy="2005798"/>
          </a:xfrm>
          <a:prstGeom prst="ellipse">
            <a:avLst/>
          </a:prstGeom>
          <a:solidFill>
            <a:schemeClr val="tx1">
              <a:lumMod val="75000"/>
            </a:schemeClr>
          </a:solidFill>
        </p:spPr>
        <p:txBody>
          <a:bodyPr/>
          <a:lstStyle/>
          <a:p>
            <a:endParaRPr lang="en-US"/>
          </a:p>
        </p:txBody>
      </p:sp>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236342191"/>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16" name="Picture Placeholder 54">
            <a:extLst>
              <a:ext uri="{FF2B5EF4-FFF2-40B4-BE49-F238E27FC236}">
                <a16:creationId xmlns:a16="http://schemas.microsoft.com/office/drawing/2014/main" id="{556E1E32-C37D-AE47-8789-1EF4DE5E44AA}"/>
              </a:ext>
            </a:extLst>
          </p:cNvPr>
          <p:cNvSpPr>
            <a:spLocks noGrp="1"/>
          </p:cNvSpPr>
          <p:nvPr>
            <p:ph type="pic" sz="quarter" idx="19"/>
          </p:nvPr>
        </p:nvSpPr>
        <p:spPr>
          <a:xfrm>
            <a:off x="5619918" y="235016"/>
            <a:ext cx="6380041" cy="6393466"/>
          </a:xfrm>
          <a:solidFill>
            <a:schemeClr val="tx1">
              <a:lumMod val="75000"/>
            </a:schemeClr>
          </a:solidFill>
        </p:spPr>
        <p:txBody>
          <a:bodyPr/>
          <a:lstStyle/>
          <a:p>
            <a:endParaRPr lang="en-US"/>
          </a:p>
        </p:txBody>
      </p:sp>
    </p:spTree>
    <p:extLst>
      <p:ext uri="{BB962C8B-B14F-4D97-AF65-F5344CB8AC3E}">
        <p14:creationId xmlns:p14="http://schemas.microsoft.com/office/powerpoint/2010/main" val="3011184036"/>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8" name="Picture Placeholder 54">
            <a:extLst>
              <a:ext uri="{FF2B5EF4-FFF2-40B4-BE49-F238E27FC236}">
                <a16:creationId xmlns:a16="http://schemas.microsoft.com/office/drawing/2014/main" id="{3E3BC028-6175-134B-90D7-2CA7DB8C71B4}"/>
              </a:ext>
            </a:extLst>
          </p:cNvPr>
          <p:cNvSpPr>
            <a:spLocks noGrp="1"/>
          </p:cNvSpPr>
          <p:nvPr>
            <p:ph type="pic" sz="quarter" idx="19"/>
          </p:nvPr>
        </p:nvSpPr>
        <p:spPr>
          <a:xfrm>
            <a:off x="5619918" y="235016"/>
            <a:ext cx="6380041" cy="6393466"/>
          </a:xfrm>
          <a:prstGeom prst="ellipse">
            <a:avLst/>
          </a:prstGeom>
          <a:solidFill>
            <a:schemeClr val="tx1">
              <a:lumMod val="75000"/>
            </a:schemeClr>
          </a:solidFill>
        </p:spPr>
        <p:txBody>
          <a:bodyPr/>
          <a:lstStyle/>
          <a:p>
            <a:endParaRPr lang="en-US"/>
          </a:p>
        </p:txBody>
      </p:sp>
    </p:spTree>
    <p:extLst>
      <p:ext uri="{BB962C8B-B14F-4D97-AF65-F5344CB8AC3E}">
        <p14:creationId xmlns:p14="http://schemas.microsoft.com/office/powerpoint/2010/main" val="701552841"/>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Click to add subheading </a:t>
            </a:r>
          </a:p>
        </p:txBody>
      </p:sp>
    </p:spTree>
    <p:extLst>
      <p:ext uri="{BB962C8B-B14F-4D97-AF65-F5344CB8AC3E}">
        <p14:creationId xmlns:p14="http://schemas.microsoft.com/office/powerpoint/2010/main" val="39929939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27E4CF-5077-C940-A27A-D800E5D460EB}"/>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pic>
        <p:nvPicPr>
          <p:cNvPr id="9" name="Picture 8" descr="A picture containing logo&#10;&#10;Description automatically generated">
            <a:extLst>
              <a:ext uri="{FF2B5EF4-FFF2-40B4-BE49-F238E27FC236}">
                <a16:creationId xmlns:a16="http://schemas.microsoft.com/office/drawing/2014/main" id="{D6601DD2-986D-E94F-95D5-A378C83BA823}"/>
              </a:ext>
            </a:extLst>
          </p:cNvPr>
          <p:cNvPicPr>
            <a:picLocks noChangeAspect="1"/>
          </p:cNvPicPr>
          <p:nvPr userDrawn="1"/>
        </p:nvPicPr>
        <p:blipFill>
          <a:blip r:embed="rId5"/>
          <a:stretch>
            <a:fillRect/>
          </a:stretch>
        </p:blipFill>
        <p:spPr>
          <a:xfrm>
            <a:off x="11109093" y="6595385"/>
            <a:ext cx="740007" cy="110214"/>
          </a:xfrm>
          <a:prstGeom prst="rect">
            <a:avLst/>
          </a:prstGeom>
        </p:spPr>
      </p:pic>
      <p:sp>
        <p:nvSpPr>
          <p:cNvPr id="12" name="Holder 2">
            <a:extLst>
              <a:ext uri="{FF2B5EF4-FFF2-40B4-BE49-F238E27FC236}">
                <a16:creationId xmlns:a16="http://schemas.microsoft.com/office/drawing/2014/main" id="{6A87A3A9-70BA-E146-A408-0834738D0DE4}"/>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3" name="Text Placeholder 7">
            <a:extLst>
              <a:ext uri="{FF2B5EF4-FFF2-40B4-BE49-F238E27FC236}">
                <a16:creationId xmlns:a16="http://schemas.microsoft.com/office/drawing/2014/main" id="{08A94F65-F10B-464A-B233-0274DFED7D75}"/>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b="0">
                <a:solidFill>
                  <a:schemeClr val="tx1">
                    <a:lumMod val="50000"/>
                    <a:lumOff val="50000"/>
                  </a:schemeClr>
                </a:solidFill>
              </a:defRPr>
            </a:lvl1pPr>
          </a:lstStyle>
          <a:p>
            <a:pPr lvl="0"/>
            <a:r>
              <a:rPr lang="en-US"/>
              <a:t>Click to add subheading </a:t>
            </a:r>
          </a:p>
        </p:txBody>
      </p:sp>
      <p:sp>
        <p:nvSpPr>
          <p:cNvPr id="14" name="Text Placeholder 10">
            <a:extLst>
              <a:ext uri="{FF2B5EF4-FFF2-40B4-BE49-F238E27FC236}">
                <a16:creationId xmlns:a16="http://schemas.microsoft.com/office/drawing/2014/main" id="{A044809F-3A4A-6540-94E5-5E55948B3D16}"/>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294770972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_Title Only">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9" name="Holder 2">
            <a:extLst>
              <a:ext uri="{FF2B5EF4-FFF2-40B4-BE49-F238E27FC236}">
                <a16:creationId xmlns:a16="http://schemas.microsoft.com/office/drawing/2014/main" id="{129985E9-CDC2-6646-A7DD-6E888AC412E9}"/>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0" name="Text Placeholder 7">
            <a:extLst>
              <a:ext uri="{FF2B5EF4-FFF2-40B4-BE49-F238E27FC236}">
                <a16:creationId xmlns:a16="http://schemas.microsoft.com/office/drawing/2014/main" id="{39AC9CE5-5249-E146-9F02-A704FC5C6C5B}"/>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12" name="Text Placeholder 10">
            <a:extLst>
              <a:ext uri="{FF2B5EF4-FFF2-40B4-BE49-F238E27FC236}">
                <a16:creationId xmlns:a16="http://schemas.microsoft.com/office/drawing/2014/main" id="{F80652F8-AE47-EA4B-8708-F792B942BCB2}"/>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381851806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1_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41757816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6_Title Only">
    <p:bg>
      <p:bgPr>
        <a:solidFill>
          <a:schemeClr val="bg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116850155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2_Title Only">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5" y="2699252"/>
            <a:ext cx="6037115" cy="729748"/>
          </a:xfrm>
          <a:prstGeom prst="rect">
            <a:avLst/>
          </a:prstGeom>
        </p:spPr>
        <p:txBody>
          <a:bodyPr lIns="0" tIns="0" rIns="0" bIns="0" anchor="t">
            <a:noAutofit/>
          </a:bodyPr>
          <a:lstStyle>
            <a:lvl1pPr>
              <a:defRPr sz="5400" b="0" i="0">
                <a:solidFill>
                  <a:schemeClr val="bg1"/>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bg1"/>
                </a:solidFill>
              </a:defRPr>
            </a:lvl1pPr>
          </a:lstStyle>
          <a:p>
            <a:pPr lvl="0"/>
            <a:r>
              <a:rPr lang="en-US"/>
              <a:t>Click to add subheading </a:t>
            </a:r>
          </a:p>
        </p:txBody>
      </p:sp>
      <p:pic>
        <p:nvPicPr>
          <p:cNvPr id="7" name="Picture 6" descr="A picture containing logo&#10;&#10;Description automatically generated">
            <a:extLst>
              <a:ext uri="{FF2B5EF4-FFF2-40B4-BE49-F238E27FC236}">
                <a16:creationId xmlns:a16="http://schemas.microsoft.com/office/drawing/2014/main" id="{9E45923B-DF57-0F45-A748-57E41D3E2723}"/>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contrast="100000"/>
                    </a14:imgEffect>
                  </a14:imgLayer>
                </a14:imgProps>
              </a:ext>
            </a:extLst>
          </a:blip>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67009641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7_Title Only">
    <p:bg>
      <p:bgPr>
        <a:solidFill>
          <a:schemeClr val="tx1">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4129" cy="68580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5A9C6CA0-E345-9B43-A270-012409DEE3E0}"/>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178461460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3_Title Only">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spTree>
    <p:extLst>
      <p:ext uri="{BB962C8B-B14F-4D97-AF65-F5344CB8AC3E}">
        <p14:creationId xmlns:p14="http://schemas.microsoft.com/office/powerpoint/2010/main" val="12564232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8_Title Only">
    <p:bg>
      <p:bgPr>
        <a:solidFill>
          <a:schemeClr val="accent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userDrawn="1"/>
        </p:nvSpPr>
        <p:spPr>
          <a:xfrm>
            <a:off x="0" y="0"/>
            <a:ext cx="9144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Tree>
    <p:extLst>
      <p:ext uri="{BB962C8B-B14F-4D97-AF65-F5344CB8AC3E}">
        <p14:creationId xmlns:p14="http://schemas.microsoft.com/office/powerpoint/2010/main" val="173180889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ackCov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75CA09-E16A-874F-A025-D263919BC7B7}"/>
              </a:ext>
            </a:extLst>
          </p:cNvPr>
          <p:cNvPicPr>
            <a:picLocks noChangeAspect="1"/>
          </p:cNvPicPr>
          <p:nvPr userDrawn="1"/>
        </p:nvPicPr>
        <p:blipFill>
          <a:blip r:embed="rId2" cstate="email">
            <a:alphaModFix/>
            <a:lum bright="100000" contrast="100000"/>
            <a:extLst>
              <a:ext uri="{28A0092B-C50C-407E-A947-70E740481C1C}">
                <a14:useLocalDpi xmlns:a14="http://schemas.microsoft.com/office/drawing/2010/main"/>
              </a:ext>
            </a:extLst>
          </a:blip>
          <a:stretch>
            <a:fillRect/>
          </a:stretch>
        </p:blipFill>
        <p:spPr>
          <a:xfrm>
            <a:off x="2995680" y="3107262"/>
            <a:ext cx="1389320" cy="643475"/>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A641A5D7-94A4-424A-8AE9-4543D8A7492D}"/>
              </a:ext>
            </a:extLst>
          </p:cNvPr>
          <p:cNvPicPr>
            <a:picLocks noChangeAspect="1"/>
          </p:cNvPicPr>
          <p:nvPr userDrawn="1"/>
        </p:nvPicPr>
        <p:blipFill>
          <a:blip r:embed="rId3">
            <a:alphaModFix/>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746310" y="3107262"/>
            <a:ext cx="1828800" cy="272374"/>
          </a:xfrm>
          <a:prstGeom prst="rect">
            <a:avLst/>
          </a:prstGeom>
        </p:spPr>
      </p:pic>
      <p:sp>
        <p:nvSpPr>
          <p:cNvPr id="6" name="Rectangle 5">
            <a:extLst>
              <a:ext uri="{FF2B5EF4-FFF2-40B4-BE49-F238E27FC236}">
                <a16:creationId xmlns:a16="http://schemas.microsoft.com/office/drawing/2014/main" id="{5A88DBF5-E7AE-6C4C-8F69-7A76B336974A}"/>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786776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1_BackCover">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75CA09-E16A-874F-A025-D263919BC7B7}"/>
              </a:ext>
            </a:extLst>
          </p:cNvPr>
          <p:cNvPicPr>
            <a:picLocks noChangeAspect="1"/>
          </p:cNvPicPr>
          <p:nvPr userDrawn="1"/>
        </p:nvPicPr>
        <p:blipFill>
          <a:blip r:embed="rId2" cstate="email">
            <a:alphaModFix/>
            <a:extLst>
              <a:ext uri="{28A0092B-C50C-407E-A947-70E740481C1C}">
                <a14:useLocalDpi xmlns:a14="http://schemas.microsoft.com/office/drawing/2010/main"/>
              </a:ext>
            </a:extLst>
          </a:blip>
          <a:stretch>
            <a:fillRect/>
          </a:stretch>
        </p:blipFill>
        <p:spPr>
          <a:xfrm>
            <a:off x="2995680" y="3107262"/>
            <a:ext cx="1389320" cy="643475"/>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A641A5D7-94A4-424A-8AE9-4543D8A7492D}"/>
              </a:ext>
            </a:extLst>
          </p:cNvPr>
          <p:cNvPicPr>
            <a:picLocks noChangeAspect="1"/>
          </p:cNvPicPr>
          <p:nvPr userDrawn="1"/>
        </p:nvPicPr>
        <p:blipFill>
          <a:blip r:embed="rId3"/>
          <a:stretch>
            <a:fillRect/>
          </a:stretch>
        </p:blipFill>
        <p:spPr>
          <a:xfrm>
            <a:off x="746310" y="3107262"/>
            <a:ext cx="1828800" cy="272374"/>
          </a:xfrm>
          <a:prstGeom prst="rect">
            <a:avLst/>
          </a:prstGeom>
        </p:spPr>
      </p:pic>
      <p:sp>
        <p:nvSpPr>
          <p:cNvPr id="6" name="Rectangle 5">
            <a:extLst>
              <a:ext uri="{FF2B5EF4-FFF2-40B4-BE49-F238E27FC236}">
                <a16:creationId xmlns:a16="http://schemas.microsoft.com/office/drawing/2014/main" id="{CF212BFA-EC5C-FC43-AAA6-C2DCC3507490}"/>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905999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Subhead &amp; Breadcrumb">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userDrawn="1">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428624" y="419100"/>
            <a:ext cx="4791076" cy="227286"/>
          </a:xfrm>
          <a:prstGeom prst="rect">
            <a:avLst/>
          </a:prstGeom>
        </p:spPr>
        <p:txBody>
          <a:bodyPr wrap="none" lIns="0" anchor="ctr">
            <a:noAutofit/>
          </a:bodyPr>
          <a:lstStyle>
            <a:lvl1pPr algn="l">
              <a:buNone/>
              <a:defRPr sz="1050" b="0" i="0" cap="all" spc="265" baseline="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breadcrumb</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07823" cy="433913"/>
          </a:xfrm>
          <a:prstGeom prst="rect">
            <a:avLst/>
          </a:prstGeom>
        </p:spPr>
        <p:txBody>
          <a:bodyPr lIns="0" tIns="0" rIns="0" bIns="0" anchor="t">
            <a:noAutofit/>
          </a:bodyPr>
          <a:lstStyle>
            <a:lvl1pPr>
              <a:defRPr sz="3200" b="1"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428625" y="1205701"/>
            <a:ext cx="11407822" cy="325829"/>
          </a:xfrm>
        </p:spPr>
        <p:txBody>
          <a:bodyPr tIns="0" rIns="0" bIns="0" anchor="t">
            <a:noAutofit/>
          </a:bodyPr>
          <a:lstStyle>
            <a:lvl1pPr marL="0" indent="0">
              <a:lnSpc>
                <a:spcPct val="100000"/>
              </a:lnSpc>
              <a:buNone/>
              <a:defRPr sz="1600">
                <a:solidFill>
                  <a:schemeClr val="tx1">
                    <a:lumMod val="50000"/>
                    <a:lumOff val="50000"/>
                  </a:schemeClr>
                </a:solidFill>
              </a:defRPr>
            </a:lvl1pPr>
          </a:lstStyle>
          <a:p>
            <a:pPr lvl="0"/>
            <a:r>
              <a:rPr lang="en-US"/>
              <a:t>Click to edit subheading </a:t>
            </a:r>
          </a:p>
        </p:txBody>
      </p:sp>
    </p:spTree>
    <p:extLst>
      <p:ext uri="{BB962C8B-B14F-4D97-AF65-F5344CB8AC3E}">
        <p14:creationId xmlns:p14="http://schemas.microsoft.com/office/powerpoint/2010/main" val="291099314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3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14" name="Rectangle 13">
            <a:extLst>
              <a:ext uri="{FF2B5EF4-FFF2-40B4-BE49-F238E27FC236}">
                <a16:creationId xmlns:a16="http://schemas.microsoft.com/office/drawing/2014/main" id="{7030BF93-7CA5-4AF7-8AD8-784DF2C240EA}"/>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7A984CC0-E89A-462B-AE05-48D2BBDF1B1A}"/>
              </a:ext>
            </a:extLst>
          </p:cNvPr>
          <p:cNvGrpSpPr/>
          <p:nvPr userDrawn="1"/>
        </p:nvGrpSpPr>
        <p:grpSpPr>
          <a:xfrm rot="16200000">
            <a:off x="6699397" y="1342272"/>
            <a:ext cx="6311200" cy="4183462"/>
            <a:chOff x="5617474" y="2413256"/>
            <a:chExt cx="6374640" cy="4225515"/>
          </a:xfrm>
        </p:grpSpPr>
        <p:sp>
          <p:nvSpPr>
            <p:cNvPr id="16" name="Rectangle 15">
              <a:extLst>
                <a:ext uri="{FF2B5EF4-FFF2-40B4-BE49-F238E27FC236}">
                  <a16:creationId xmlns:a16="http://schemas.microsoft.com/office/drawing/2014/main" id="{02F24D00-91E7-41ED-8417-2494BA7A7B3C}"/>
                </a:ext>
              </a:extLst>
            </p:cNvPr>
            <p:cNvSpPr/>
            <p:nvPr userDrawn="1"/>
          </p:nvSpPr>
          <p:spPr>
            <a:xfrm>
              <a:off x="7796751" y="4605613"/>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814B7CB-6B93-4982-BC9F-F0F2094BE15F}"/>
                </a:ext>
              </a:extLst>
            </p:cNvPr>
            <p:cNvSpPr/>
            <p:nvPr userDrawn="1"/>
          </p:nvSpPr>
          <p:spPr>
            <a:xfrm>
              <a:off x="5617474" y="4605612"/>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23E7FB9-91B3-4149-9777-41C25A827FC2}"/>
                </a:ext>
              </a:extLst>
            </p:cNvPr>
            <p:cNvSpPr/>
            <p:nvPr userDrawn="1"/>
          </p:nvSpPr>
          <p:spPr>
            <a:xfrm>
              <a:off x="7796751" y="242031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6371FA6-C67F-4442-8B69-4E5637EE3C57}"/>
                </a:ext>
              </a:extLst>
            </p:cNvPr>
            <p:cNvSpPr/>
            <p:nvPr userDrawn="1"/>
          </p:nvSpPr>
          <p:spPr>
            <a:xfrm>
              <a:off x="9976027" y="4622684"/>
              <a:ext cx="2016087" cy="2016087"/>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AD10D9A-6E4C-44D0-8304-2292F42A3A3D}"/>
                </a:ext>
              </a:extLst>
            </p:cNvPr>
            <p:cNvSpPr/>
            <p:nvPr userDrawn="1"/>
          </p:nvSpPr>
          <p:spPr>
            <a:xfrm>
              <a:off x="5617474"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018A2A8-E591-4DCE-8124-5B21C79B2E46}"/>
                </a:ext>
              </a:extLst>
            </p:cNvPr>
            <p:cNvSpPr/>
            <p:nvPr userDrawn="1"/>
          </p:nvSpPr>
          <p:spPr>
            <a:xfrm>
              <a:off x="9976027" y="2413256"/>
              <a:ext cx="2016087" cy="201608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E87A3980-6858-4A9C-88DD-C00D6690D903}"/>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31" name="Picture 30" descr="A picture containing logo&#10;&#10;Description automatically generated">
            <a:extLst>
              <a:ext uri="{FF2B5EF4-FFF2-40B4-BE49-F238E27FC236}">
                <a16:creationId xmlns:a16="http://schemas.microsoft.com/office/drawing/2014/main" id="{027D0D8D-CCA9-4BB6-B640-5DD089FA04D2}"/>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3184005833"/>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p:nvPicPr>
        <p:blipFill>
          <a:blip r:embed="rId2"/>
          <a:stretch>
            <a:fillRect/>
          </a:stretch>
        </p:blipFill>
        <p:spPr>
          <a:xfrm>
            <a:off x="323213" y="6282600"/>
            <a:ext cx="1921962" cy="286250"/>
          </a:xfrm>
          <a:prstGeom prst="rect">
            <a:avLst/>
          </a:prstGeom>
        </p:spPr>
      </p:pic>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grpSp>
        <p:nvGrpSpPr>
          <p:cNvPr id="16" name="Group 15">
            <a:extLst>
              <a:ext uri="{FF2B5EF4-FFF2-40B4-BE49-F238E27FC236}">
                <a16:creationId xmlns:a16="http://schemas.microsoft.com/office/drawing/2014/main" id="{E0E5428A-0A35-A34A-8CAC-9BAD5ECD8D93}"/>
              </a:ext>
            </a:extLst>
          </p:cNvPr>
          <p:cNvGrpSpPr/>
          <p:nvPr/>
        </p:nvGrpSpPr>
        <p:grpSpPr>
          <a:xfrm rot="16200000">
            <a:off x="6699397" y="1342272"/>
            <a:ext cx="6311200" cy="4183462"/>
            <a:chOff x="5617474" y="2413256"/>
            <a:chExt cx="6374640" cy="4225515"/>
          </a:xfrm>
        </p:grpSpPr>
        <p:sp>
          <p:nvSpPr>
            <p:cNvPr id="17" name="Rectangle 16">
              <a:extLst>
                <a:ext uri="{FF2B5EF4-FFF2-40B4-BE49-F238E27FC236}">
                  <a16:creationId xmlns:a16="http://schemas.microsoft.com/office/drawing/2014/main" id="{42914CD1-A2DB-634C-83C4-D51286B21E48}"/>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A2D141B-A735-1E43-A950-7B92CD553EBD}"/>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2D63E7-1921-1445-81B8-AF0AB6203FFC}"/>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243AC40-FAB9-374C-B1DC-5A8FD95DDE5A}"/>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AA3AD-D464-2D48-8F12-C0F8F06AD9B9}"/>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F8FEAA2-0461-6A44-9279-256942B192E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1">
            <a:extLst>
              <a:ext uri="{FF2B5EF4-FFF2-40B4-BE49-F238E27FC236}">
                <a16:creationId xmlns:a16="http://schemas.microsoft.com/office/drawing/2014/main" id="{64FB6912-BF55-1B4F-A155-EFC65F2AFFD4}"/>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bg1"/>
                </a:solidFill>
              </a:defRPr>
            </a:lvl1pPr>
          </a:lstStyle>
          <a:p>
            <a:r>
              <a:rPr lang="en-US"/>
              <a:t>Lorem </a:t>
            </a:r>
            <a:br>
              <a:rPr lang="en-US"/>
            </a:br>
            <a:r>
              <a:rPr lang="en-US"/>
              <a:t>ipsum dolor</a:t>
            </a:r>
          </a:p>
        </p:txBody>
      </p:sp>
      <p:sp>
        <p:nvSpPr>
          <p:cNvPr id="14" name="Rectangle 13">
            <a:extLst>
              <a:ext uri="{FF2B5EF4-FFF2-40B4-BE49-F238E27FC236}">
                <a16:creationId xmlns:a16="http://schemas.microsoft.com/office/drawing/2014/main" id="{691B1822-EBFF-419B-BEAE-E03B938FFA24}"/>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icture containing drawing, mug&#10;&#10;Description automatically generated">
            <a:extLst>
              <a:ext uri="{FF2B5EF4-FFF2-40B4-BE49-F238E27FC236}">
                <a16:creationId xmlns:a16="http://schemas.microsoft.com/office/drawing/2014/main" id="{9F1289EA-41BD-47CA-BF7B-7D428B12938F}"/>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24" name="TextBox 23">
            <a:extLst>
              <a:ext uri="{FF2B5EF4-FFF2-40B4-BE49-F238E27FC236}">
                <a16:creationId xmlns:a16="http://schemas.microsoft.com/office/drawing/2014/main" id="{046E7762-0BED-439C-8CD7-770C24DEF2C9}"/>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grpSp>
        <p:nvGrpSpPr>
          <p:cNvPr id="25" name="Group 24">
            <a:extLst>
              <a:ext uri="{FF2B5EF4-FFF2-40B4-BE49-F238E27FC236}">
                <a16:creationId xmlns:a16="http://schemas.microsoft.com/office/drawing/2014/main" id="{803C653E-8ABD-43A2-ADEA-146ACC6A60E5}"/>
              </a:ext>
            </a:extLst>
          </p:cNvPr>
          <p:cNvGrpSpPr/>
          <p:nvPr userDrawn="1"/>
        </p:nvGrpSpPr>
        <p:grpSpPr>
          <a:xfrm rot="16200000">
            <a:off x="6699397" y="1342272"/>
            <a:ext cx="6311200" cy="4183462"/>
            <a:chOff x="5617474" y="2413256"/>
            <a:chExt cx="6374640" cy="4225515"/>
          </a:xfrm>
        </p:grpSpPr>
        <p:sp>
          <p:nvSpPr>
            <p:cNvPr id="26" name="Rectangle 25">
              <a:extLst>
                <a:ext uri="{FF2B5EF4-FFF2-40B4-BE49-F238E27FC236}">
                  <a16:creationId xmlns:a16="http://schemas.microsoft.com/office/drawing/2014/main" id="{71EBFCA7-8AB6-4CC0-A7D0-FEF539D92A5E}"/>
                </a:ext>
              </a:extLst>
            </p:cNvPr>
            <p:cNvSpPr/>
            <p:nvPr userDrawn="1"/>
          </p:nvSpPr>
          <p:spPr>
            <a:xfrm>
              <a:off x="7796751" y="4605613"/>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A64D4A9-167F-4C26-B8DF-E2A48175760F}"/>
                </a:ext>
              </a:extLst>
            </p:cNvPr>
            <p:cNvSpPr/>
            <p:nvPr userDrawn="1"/>
          </p:nvSpPr>
          <p:spPr>
            <a:xfrm>
              <a:off x="5617474" y="4605612"/>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FBDD313-F4F6-490D-B91A-5B39CF55C54A}"/>
                </a:ext>
              </a:extLst>
            </p:cNvPr>
            <p:cNvSpPr/>
            <p:nvPr userDrawn="1"/>
          </p:nvSpPr>
          <p:spPr>
            <a:xfrm>
              <a:off x="7796751" y="242031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E4AD6FF-5624-4213-8FCD-FA7D8B9ABA2C}"/>
                </a:ext>
              </a:extLst>
            </p:cNvPr>
            <p:cNvSpPr/>
            <p:nvPr userDrawn="1"/>
          </p:nvSpPr>
          <p:spPr>
            <a:xfrm>
              <a:off x="9976027" y="4622684"/>
              <a:ext cx="2016087" cy="2016087"/>
            </a:xfrm>
            <a:prstGeom prst="ellipse">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814DD8C-0F85-400F-9F4E-E6C2FBF50017}"/>
                </a:ext>
              </a:extLst>
            </p:cNvPr>
            <p:cNvSpPr/>
            <p:nvPr userDrawn="1"/>
          </p:nvSpPr>
          <p:spPr>
            <a:xfrm>
              <a:off x="5617474"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7D4DDA3-D89B-486F-B859-FA1270C8A617}"/>
                </a:ext>
              </a:extLst>
            </p:cNvPr>
            <p:cNvSpPr/>
            <p:nvPr userDrawn="1"/>
          </p:nvSpPr>
          <p:spPr>
            <a:xfrm>
              <a:off x="9976027" y="2413256"/>
              <a:ext cx="2016087" cy="2016087"/>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9802469"/>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4_Title_2">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283CCB7-8E24-674F-8B91-DA1A4BBA0305}"/>
              </a:ext>
            </a:extLst>
          </p:cNvPr>
          <p:cNvGrpSpPr/>
          <p:nvPr/>
        </p:nvGrpSpPr>
        <p:grpSpPr>
          <a:xfrm rot="16200000">
            <a:off x="6699397" y="1342272"/>
            <a:ext cx="6311200" cy="4183462"/>
            <a:chOff x="5617474" y="2413256"/>
            <a:chExt cx="6374640" cy="4225515"/>
          </a:xfrm>
        </p:grpSpPr>
        <p:sp>
          <p:nvSpPr>
            <p:cNvPr id="18" name="Rectangle 17">
              <a:extLst>
                <a:ext uri="{FF2B5EF4-FFF2-40B4-BE49-F238E27FC236}">
                  <a16:creationId xmlns:a16="http://schemas.microsoft.com/office/drawing/2014/main" id="{71813EA0-42B4-5241-8093-06961AC95788}"/>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F31629-8822-2E4F-8B5F-F33E37B5C0DC}"/>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6FDCB4-97F4-0C40-99C0-CE4DDCAD00D6}"/>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1A5F57-066A-9145-8505-B36CAEA7F179}"/>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BFA7C7-2FF5-1B46-A9CE-B4F75F4AB8D5}"/>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57170D-936C-1D49-8019-266EA44CEA94}"/>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6483202" cy="3293121"/>
          </a:xfrm>
        </p:spPr>
        <p:txBody>
          <a:bodyPr anchor="t">
            <a:noAutofit/>
          </a:bodyPr>
          <a:lstStyle>
            <a:lvl1pPr>
              <a:lnSpc>
                <a:spcPct val="80000"/>
              </a:lnSpc>
              <a:defRPr sz="8000" b="0">
                <a:solidFill>
                  <a:schemeClr val="tx2"/>
                </a:solidFill>
              </a:defRPr>
            </a:lvl1pPr>
          </a:lstStyle>
          <a:p>
            <a:r>
              <a:rPr lang="en-US"/>
              <a:t>Lorem </a:t>
            </a:r>
            <a:br>
              <a:rPr lang="en-US"/>
            </a:br>
            <a:r>
              <a:rPr lang="en-US"/>
              <a:t>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14" name="Rectangle 13">
            <a:extLst>
              <a:ext uri="{FF2B5EF4-FFF2-40B4-BE49-F238E27FC236}">
                <a16:creationId xmlns:a16="http://schemas.microsoft.com/office/drawing/2014/main" id="{AB57A2FE-C5A4-4939-8F3A-C23250EE83CF}"/>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B077040A-55D2-4B8E-BC63-1A1E276EC5F1}"/>
              </a:ext>
            </a:extLst>
          </p:cNvPr>
          <p:cNvGrpSpPr/>
          <p:nvPr userDrawn="1"/>
        </p:nvGrpSpPr>
        <p:grpSpPr>
          <a:xfrm rot="16200000">
            <a:off x="6699397" y="1342272"/>
            <a:ext cx="6311200" cy="4183462"/>
            <a:chOff x="5617474" y="2413256"/>
            <a:chExt cx="6374640" cy="4225515"/>
          </a:xfrm>
        </p:grpSpPr>
        <p:sp>
          <p:nvSpPr>
            <p:cNvPr id="16" name="Rectangle 15">
              <a:extLst>
                <a:ext uri="{FF2B5EF4-FFF2-40B4-BE49-F238E27FC236}">
                  <a16:creationId xmlns:a16="http://schemas.microsoft.com/office/drawing/2014/main" id="{B0BE664F-DF33-4142-BD4C-C3C87C140025}"/>
                </a:ext>
              </a:extLst>
            </p:cNvPr>
            <p:cNvSpPr/>
            <p:nvPr userDrawn="1"/>
          </p:nvSpPr>
          <p:spPr>
            <a:xfrm>
              <a:off x="7796751" y="4605613"/>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239F404-9DAC-4068-8065-4E6C14587A3F}"/>
                </a:ext>
              </a:extLst>
            </p:cNvPr>
            <p:cNvSpPr/>
            <p:nvPr userDrawn="1"/>
          </p:nvSpPr>
          <p:spPr>
            <a:xfrm>
              <a:off x="5617474" y="4605612"/>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547D957-7325-4E46-863F-5CC6EE9CA428}"/>
                </a:ext>
              </a:extLst>
            </p:cNvPr>
            <p:cNvSpPr/>
            <p:nvPr userDrawn="1"/>
          </p:nvSpPr>
          <p:spPr>
            <a:xfrm>
              <a:off x="7796751" y="242031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E30B475-2D05-4A9B-B0B8-F2D02D395E63}"/>
                </a:ext>
              </a:extLst>
            </p:cNvPr>
            <p:cNvSpPr/>
            <p:nvPr userDrawn="1"/>
          </p:nvSpPr>
          <p:spPr>
            <a:xfrm>
              <a:off x="9976027" y="4622684"/>
              <a:ext cx="2016087" cy="201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EDC46C-92C2-479A-B1B3-940B80F48B5B}"/>
                </a:ext>
              </a:extLst>
            </p:cNvPr>
            <p:cNvSpPr/>
            <p:nvPr userDrawn="1"/>
          </p:nvSpPr>
          <p:spPr>
            <a:xfrm>
              <a:off x="5617474"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098164D-3073-413D-8F83-99557AAD88CF}"/>
                </a:ext>
              </a:extLst>
            </p:cNvPr>
            <p:cNvSpPr/>
            <p:nvPr userDrawn="1"/>
          </p:nvSpPr>
          <p:spPr>
            <a:xfrm>
              <a:off x="9976027" y="2413256"/>
              <a:ext cx="2016087" cy="2016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10C511BE-07E4-4F7E-9A21-65A182D63C1F}"/>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31" name="Picture 30" descr="A picture containing logo&#10;&#10;Description automatically generated">
            <a:extLst>
              <a:ext uri="{FF2B5EF4-FFF2-40B4-BE49-F238E27FC236}">
                <a16:creationId xmlns:a16="http://schemas.microsoft.com/office/drawing/2014/main" id="{6770BD0E-1D85-446D-B951-A0E68693BBD4}"/>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536924923"/>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41" name="Picture Placeholder 54">
            <a:extLst>
              <a:ext uri="{FF2B5EF4-FFF2-40B4-BE49-F238E27FC236}">
                <a16:creationId xmlns:a16="http://schemas.microsoft.com/office/drawing/2014/main" id="{813D2CEF-E490-4A43-BA2A-6248F609ECB3}"/>
              </a:ext>
            </a:extLst>
          </p:cNvPr>
          <p:cNvSpPr>
            <a:spLocks noGrp="1"/>
          </p:cNvSpPr>
          <p:nvPr>
            <p:ph type="pic" sz="quarter" idx="21"/>
          </p:nvPr>
        </p:nvSpPr>
        <p:spPr>
          <a:xfrm>
            <a:off x="5619918" y="235016"/>
            <a:ext cx="2006600" cy="2005798"/>
          </a:xfrm>
          <a:prstGeom prst="ellipse">
            <a:avLst/>
          </a:prstGeom>
          <a:solidFill>
            <a:schemeClr val="accent1"/>
          </a:solidFill>
        </p:spPr>
        <p:txBody>
          <a:bodyPr/>
          <a:lstStyle/>
          <a:p>
            <a:r>
              <a:rPr lang="en-US"/>
              <a:t>Click icon to add picture</a:t>
            </a:r>
          </a:p>
        </p:txBody>
      </p:sp>
      <p:sp>
        <p:nvSpPr>
          <p:cNvPr id="42" name="Picture Placeholder 54">
            <a:extLst>
              <a:ext uri="{FF2B5EF4-FFF2-40B4-BE49-F238E27FC236}">
                <a16:creationId xmlns:a16="http://schemas.microsoft.com/office/drawing/2014/main" id="{8E6D7200-6943-3941-A2F6-F022A3B82384}"/>
              </a:ext>
            </a:extLst>
          </p:cNvPr>
          <p:cNvSpPr>
            <a:spLocks noGrp="1"/>
          </p:cNvSpPr>
          <p:nvPr>
            <p:ph type="pic" sz="quarter" idx="15"/>
          </p:nvPr>
        </p:nvSpPr>
        <p:spPr>
          <a:xfrm>
            <a:off x="5619918" y="2425459"/>
            <a:ext cx="2006600" cy="2005798"/>
          </a:xfrm>
          <a:solidFill>
            <a:schemeClr val="accent2"/>
          </a:solidFill>
        </p:spPr>
        <p:txBody>
          <a:bodyPr/>
          <a:lstStyle/>
          <a:p>
            <a:r>
              <a:rPr lang="en-US"/>
              <a:t>Click icon to add picture</a:t>
            </a:r>
          </a:p>
        </p:txBody>
      </p:sp>
      <p:sp>
        <p:nvSpPr>
          <p:cNvPr id="43" name="Picture Placeholder 54">
            <a:extLst>
              <a:ext uri="{FF2B5EF4-FFF2-40B4-BE49-F238E27FC236}">
                <a16:creationId xmlns:a16="http://schemas.microsoft.com/office/drawing/2014/main" id="{D8C3124C-89A2-B94E-8A24-2377D257125A}"/>
              </a:ext>
            </a:extLst>
          </p:cNvPr>
          <p:cNvSpPr>
            <a:spLocks noGrp="1"/>
          </p:cNvSpPr>
          <p:nvPr>
            <p:ph type="pic" sz="quarter" idx="16"/>
          </p:nvPr>
        </p:nvSpPr>
        <p:spPr>
          <a:xfrm>
            <a:off x="5619918" y="4622684"/>
            <a:ext cx="2006600" cy="2005798"/>
          </a:xfrm>
          <a:solidFill>
            <a:schemeClr val="accent1"/>
          </a:solidFill>
        </p:spPr>
        <p:txBody>
          <a:bodyPr/>
          <a:lstStyle/>
          <a:p>
            <a:r>
              <a:rPr lang="en-US"/>
              <a:t>Click icon to add picture</a:t>
            </a:r>
          </a:p>
        </p:txBody>
      </p:sp>
      <p:sp>
        <p:nvSpPr>
          <p:cNvPr id="44" name="Picture Placeholder 54">
            <a:extLst>
              <a:ext uri="{FF2B5EF4-FFF2-40B4-BE49-F238E27FC236}">
                <a16:creationId xmlns:a16="http://schemas.microsoft.com/office/drawing/2014/main" id="{501D1DB9-E0C3-CC48-8F55-F2B44F631657}"/>
              </a:ext>
            </a:extLst>
          </p:cNvPr>
          <p:cNvSpPr>
            <a:spLocks noGrp="1"/>
          </p:cNvSpPr>
          <p:nvPr>
            <p:ph type="pic" sz="quarter" idx="17"/>
          </p:nvPr>
        </p:nvSpPr>
        <p:spPr>
          <a:xfrm>
            <a:off x="7806639" y="4622684"/>
            <a:ext cx="2006600" cy="2005798"/>
          </a:xfrm>
          <a:solidFill>
            <a:schemeClr val="bg2"/>
          </a:solidFill>
        </p:spPr>
        <p:txBody>
          <a:bodyPr/>
          <a:lstStyle/>
          <a:p>
            <a:r>
              <a:rPr lang="en-US"/>
              <a:t>Click icon to add picture</a:t>
            </a:r>
          </a:p>
        </p:txBody>
      </p:sp>
      <p:sp>
        <p:nvSpPr>
          <p:cNvPr id="45" name="Picture Placeholder 54">
            <a:extLst>
              <a:ext uri="{FF2B5EF4-FFF2-40B4-BE49-F238E27FC236}">
                <a16:creationId xmlns:a16="http://schemas.microsoft.com/office/drawing/2014/main" id="{CD6755C7-1428-A441-85D4-9C5529A1686B}"/>
              </a:ext>
            </a:extLst>
          </p:cNvPr>
          <p:cNvSpPr>
            <a:spLocks noGrp="1"/>
          </p:cNvSpPr>
          <p:nvPr>
            <p:ph type="pic" sz="quarter" idx="18"/>
          </p:nvPr>
        </p:nvSpPr>
        <p:spPr>
          <a:xfrm>
            <a:off x="9993359" y="2425459"/>
            <a:ext cx="2006600" cy="2005798"/>
          </a:xfrm>
          <a:solidFill>
            <a:schemeClr val="bg2"/>
          </a:solidFill>
        </p:spPr>
        <p:txBody>
          <a:bodyPr/>
          <a:lstStyle/>
          <a:p>
            <a:r>
              <a:rPr lang="en-US"/>
              <a:t>Click icon to add picture</a:t>
            </a:r>
          </a:p>
        </p:txBody>
      </p:sp>
      <p:sp>
        <p:nvSpPr>
          <p:cNvPr id="46" name="Picture Placeholder 54">
            <a:extLst>
              <a:ext uri="{FF2B5EF4-FFF2-40B4-BE49-F238E27FC236}">
                <a16:creationId xmlns:a16="http://schemas.microsoft.com/office/drawing/2014/main" id="{32AB4C08-4EDF-5949-94C6-12BFE7BE182E}"/>
              </a:ext>
            </a:extLst>
          </p:cNvPr>
          <p:cNvSpPr>
            <a:spLocks noGrp="1"/>
          </p:cNvSpPr>
          <p:nvPr>
            <p:ph type="pic" sz="quarter" idx="19"/>
          </p:nvPr>
        </p:nvSpPr>
        <p:spPr>
          <a:xfrm>
            <a:off x="9993359" y="235016"/>
            <a:ext cx="2006600" cy="2005798"/>
          </a:xfrm>
          <a:solidFill>
            <a:schemeClr val="accent1"/>
          </a:solidFill>
        </p:spPr>
        <p:txBody>
          <a:bodyPr/>
          <a:lstStyle/>
          <a:p>
            <a:r>
              <a:rPr lang="en-US"/>
              <a:t>Click icon to add picture</a:t>
            </a:r>
          </a:p>
        </p:txBody>
      </p:sp>
      <p:sp>
        <p:nvSpPr>
          <p:cNvPr id="47" name="Picture Placeholder 54">
            <a:extLst>
              <a:ext uri="{FF2B5EF4-FFF2-40B4-BE49-F238E27FC236}">
                <a16:creationId xmlns:a16="http://schemas.microsoft.com/office/drawing/2014/main" id="{8691E5DA-FC53-CB40-937F-440E7C5C689F}"/>
              </a:ext>
            </a:extLst>
          </p:cNvPr>
          <p:cNvSpPr>
            <a:spLocks noGrp="1"/>
          </p:cNvSpPr>
          <p:nvPr>
            <p:ph type="pic" sz="quarter" idx="20"/>
          </p:nvPr>
        </p:nvSpPr>
        <p:spPr>
          <a:xfrm>
            <a:off x="7806639" y="235016"/>
            <a:ext cx="2006600" cy="2005798"/>
          </a:xfrm>
          <a:solidFill>
            <a:schemeClr val="bg2"/>
          </a:solidFill>
        </p:spPr>
        <p:txBody>
          <a:bodyPr/>
          <a:lstStyle/>
          <a:p>
            <a:r>
              <a:rPr lang="en-US"/>
              <a:t>Click icon to add picture</a:t>
            </a:r>
          </a:p>
        </p:txBody>
      </p:sp>
      <p:sp>
        <p:nvSpPr>
          <p:cNvPr id="48" name="Picture Placeholder 54">
            <a:extLst>
              <a:ext uri="{FF2B5EF4-FFF2-40B4-BE49-F238E27FC236}">
                <a16:creationId xmlns:a16="http://schemas.microsoft.com/office/drawing/2014/main" id="{8B4C8707-7538-794A-9D07-211B33CC516A}"/>
              </a:ext>
            </a:extLst>
          </p:cNvPr>
          <p:cNvSpPr>
            <a:spLocks noGrp="1"/>
          </p:cNvSpPr>
          <p:nvPr>
            <p:ph type="pic" sz="quarter" idx="22"/>
          </p:nvPr>
        </p:nvSpPr>
        <p:spPr>
          <a:xfrm>
            <a:off x="7806238" y="2425459"/>
            <a:ext cx="2006600" cy="2005798"/>
          </a:xfrm>
          <a:prstGeom prst="ellipse">
            <a:avLst/>
          </a:prstGeom>
          <a:solidFill>
            <a:schemeClr val="accent2"/>
          </a:solidFill>
        </p:spPr>
        <p:txBody>
          <a:bodyPr/>
          <a:lstStyle/>
          <a:p>
            <a:r>
              <a:rPr lang="en-US"/>
              <a:t>Click icon to add picture</a:t>
            </a:r>
          </a:p>
        </p:txBody>
      </p:sp>
      <p:sp>
        <p:nvSpPr>
          <p:cNvPr id="49" name="Picture Placeholder 54">
            <a:extLst>
              <a:ext uri="{FF2B5EF4-FFF2-40B4-BE49-F238E27FC236}">
                <a16:creationId xmlns:a16="http://schemas.microsoft.com/office/drawing/2014/main" id="{17DED411-A7E4-144E-8FED-05272BE5061B}"/>
              </a:ext>
            </a:extLst>
          </p:cNvPr>
          <p:cNvSpPr>
            <a:spLocks noGrp="1"/>
          </p:cNvSpPr>
          <p:nvPr>
            <p:ph type="pic" sz="quarter" idx="23"/>
          </p:nvPr>
        </p:nvSpPr>
        <p:spPr>
          <a:xfrm>
            <a:off x="9992557" y="4622684"/>
            <a:ext cx="2006600" cy="2005798"/>
          </a:xfrm>
          <a:prstGeom prst="ellipse">
            <a:avLst/>
          </a:prstGeom>
          <a:solidFill>
            <a:schemeClr val="accent2"/>
          </a:solidFill>
        </p:spPr>
        <p:txBody>
          <a:bodyPr/>
          <a:lstStyle/>
          <a:p>
            <a:r>
              <a:rPr lang="en-US"/>
              <a:t>Click icon to add picture</a:t>
            </a:r>
          </a:p>
        </p:txBody>
      </p:sp>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16" name="Rectangle 15">
            <a:extLst>
              <a:ext uri="{FF2B5EF4-FFF2-40B4-BE49-F238E27FC236}">
                <a16:creationId xmlns:a16="http://schemas.microsoft.com/office/drawing/2014/main" id="{E557F1DE-3A1F-455D-921B-7EDCDB060549}"/>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icture containing logo&#10;&#10;Description automatically generated">
            <a:extLst>
              <a:ext uri="{FF2B5EF4-FFF2-40B4-BE49-F238E27FC236}">
                <a16:creationId xmlns:a16="http://schemas.microsoft.com/office/drawing/2014/main" id="{759938D0-3621-475E-8915-A9DBAB9D569B}"/>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8" name="TextBox 17">
            <a:extLst>
              <a:ext uri="{FF2B5EF4-FFF2-40B4-BE49-F238E27FC236}">
                <a16:creationId xmlns:a16="http://schemas.microsoft.com/office/drawing/2014/main" id="{8CFD1A71-7DD7-40D7-AB9F-D155FEAB302B}"/>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182949945"/>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1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16" name="Picture Placeholder 54">
            <a:extLst>
              <a:ext uri="{FF2B5EF4-FFF2-40B4-BE49-F238E27FC236}">
                <a16:creationId xmlns:a16="http://schemas.microsoft.com/office/drawing/2014/main" id="{2320438A-EEE4-4F41-826E-2F15F3605C97}"/>
              </a:ext>
            </a:extLst>
          </p:cNvPr>
          <p:cNvSpPr>
            <a:spLocks noGrp="1"/>
          </p:cNvSpPr>
          <p:nvPr>
            <p:ph type="pic" sz="quarter" idx="19"/>
          </p:nvPr>
        </p:nvSpPr>
        <p:spPr>
          <a:xfrm>
            <a:off x="5619918" y="235016"/>
            <a:ext cx="6380041" cy="6393466"/>
          </a:xfrm>
          <a:solidFill>
            <a:schemeClr val="accent1"/>
          </a:solidFill>
        </p:spPr>
        <p:txBody>
          <a:bodyPr/>
          <a:lstStyle/>
          <a:p>
            <a:r>
              <a:rPr lang="en-US"/>
              <a:t>Click icon to add picture</a:t>
            </a:r>
          </a:p>
        </p:txBody>
      </p:sp>
      <p:sp>
        <p:nvSpPr>
          <p:cNvPr id="8" name="Rectangle 7">
            <a:extLst>
              <a:ext uri="{FF2B5EF4-FFF2-40B4-BE49-F238E27FC236}">
                <a16:creationId xmlns:a16="http://schemas.microsoft.com/office/drawing/2014/main" id="{D340CECE-6716-4EBA-BD33-A74D3FF84EAF}"/>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logo&#10;&#10;Description automatically generated">
            <a:extLst>
              <a:ext uri="{FF2B5EF4-FFF2-40B4-BE49-F238E27FC236}">
                <a16:creationId xmlns:a16="http://schemas.microsoft.com/office/drawing/2014/main" id="{8DFC2C97-0662-459F-840D-7099AC81D6EF}"/>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0" name="TextBox 9">
            <a:extLst>
              <a:ext uri="{FF2B5EF4-FFF2-40B4-BE49-F238E27FC236}">
                <a16:creationId xmlns:a16="http://schemas.microsoft.com/office/drawing/2014/main" id="{2DF40BB5-7564-4835-9A7B-3111E2F0CE48}"/>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2381482079"/>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_Title_1">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logo&#10;&#10;Description automatically generated">
            <a:extLst>
              <a:ext uri="{FF2B5EF4-FFF2-40B4-BE49-F238E27FC236}">
                <a16:creationId xmlns:a16="http://schemas.microsoft.com/office/drawing/2014/main" id="{72D4052A-861A-E64E-80A0-9955147E5F4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50" name="Title 1">
            <a:extLst>
              <a:ext uri="{FF2B5EF4-FFF2-40B4-BE49-F238E27FC236}">
                <a16:creationId xmlns:a16="http://schemas.microsoft.com/office/drawing/2014/main" id="{5DB374A4-237D-AC4D-8D9C-4B16DABF76CC}"/>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51" name="Text Placeholder 7">
            <a:extLst>
              <a:ext uri="{FF2B5EF4-FFF2-40B4-BE49-F238E27FC236}">
                <a16:creationId xmlns:a16="http://schemas.microsoft.com/office/drawing/2014/main" id="{1EEDCE66-71EA-BA44-9EE3-49A49964B1F8}"/>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3" name="TextBox 52">
            <a:extLst>
              <a:ext uri="{FF2B5EF4-FFF2-40B4-BE49-F238E27FC236}">
                <a16:creationId xmlns:a16="http://schemas.microsoft.com/office/drawing/2014/main" id="{3C0F63DE-F362-6A4D-A8DB-7C99AF6D77A2}"/>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8" name="Picture Placeholder 54">
            <a:extLst>
              <a:ext uri="{FF2B5EF4-FFF2-40B4-BE49-F238E27FC236}">
                <a16:creationId xmlns:a16="http://schemas.microsoft.com/office/drawing/2014/main" id="{94F71195-5164-6642-8CF4-E5AA9705B94F}"/>
              </a:ext>
            </a:extLst>
          </p:cNvPr>
          <p:cNvSpPr>
            <a:spLocks noGrp="1"/>
          </p:cNvSpPr>
          <p:nvPr>
            <p:ph type="pic" sz="quarter" idx="19"/>
          </p:nvPr>
        </p:nvSpPr>
        <p:spPr>
          <a:xfrm>
            <a:off x="5619918" y="235016"/>
            <a:ext cx="6380041" cy="6393466"/>
          </a:xfrm>
          <a:prstGeom prst="ellipse">
            <a:avLst/>
          </a:prstGeom>
          <a:solidFill>
            <a:schemeClr val="bg1">
              <a:lumMod val="95000"/>
            </a:schemeClr>
          </a:solidFill>
        </p:spPr>
        <p:txBody>
          <a:bodyPr/>
          <a:lstStyle/>
          <a:p>
            <a:r>
              <a:rPr lang="en-US"/>
              <a:t>Click icon to add picture</a:t>
            </a:r>
          </a:p>
        </p:txBody>
      </p:sp>
      <p:sp>
        <p:nvSpPr>
          <p:cNvPr id="9" name="Rectangle 8">
            <a:extLst>
              <a:ext uri="{FF2B5EF4-FFF2-40B4-BE49-F238E27FC236}">
                <a16:creationId xmlns:a16="http://schemas.microsoft.com/office/drawing/2014/main" id="{9C439041-E49A-4D80-A364-02D0D8F86695}"/>
              </a:ext>
            </a:extLst>
          </p:cNvPr>
          <p:cNvSpPr/>
          <p:nvPr userDrawn="1"/>
        </p:nvSpPr>
        <p:spPr>
          <a:xfrm>
            <a:off x="2318" y="6413678"/>
            <a:ext cx="12189682" cy="439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logo&#10;&#10;Description automatically generated">
            <a:extLst>
              <a:ext uri="{FF2B5EF4-FFF2-40B4-BE49-F238E27FC236}">
                <a16:creationId xmlns:a16="http://schemas.microsoft.com/office/drawing/2014/main" id="{B0872330-B958-458B-BCF6-92EF9850854A}"/>
              </a:ext>
            </a:extLst>
          </p:cNvPr>
          <p:cNvPicPr>
            <a:picLocks noChangeAspect="1"/>
          </p:cNvPicPr>
          <p:nvPr userDrawn="1"/>
        </p:nvPicPr>
        <p:blipFill>
          <a:blip r:embed="rId2"/>
          <a:stretch>
            <a:fillRect/>
          </a:stretch>
        </p:blipFill>
        <p:spPr>
          <a:xfrm>
            <a:off x="338020" y="6286500"/>
            <a:ext cx="1892348" cy="281839"/>
          </a:xfrm>
          <a:prstGeom prst="rect">
            <a:avLst/>
          </a:prstGeom>
        </p:spPr>
      </p:pic>
      <p:sp>
        <p:nvSpPr>
          <p:cNvPr id="11" name="TextBox 10">
            <a:extLst>
              <a:ext uri="{FF2B5EF4-FFF2-40B4-BE49-F238E27FC236}">
                <a16:creationId xmlns:a16="http://schemas.microsoft.com/office/drawing/2014/main" id="{E68D4D81-8138-4424-B792-94912B1092AA}"/>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Tree>
    <p:extLst>
      <p:ext uri="{BB962C8B-B14F-4D97-AF65-F5344CB8AC3E}">
        <p14:creationId xmlns:p14="http://schemas.microsoft.com/office/powerpoint/2010/main" val="2938478369"/>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sp>
        <p:nvSpPr>
          <p:cNvPr id="65" name="Picture Placeholder 54">
            <a:extLst>
              <a:ext uri="{FF2B5EF4-FFF2-40B4-BE49-F238E27FC236}">
                <a16:creationId xmlns:a16="http://schemas.microsoft.com/office/drawing/2014/main" id="{E697434F-7999-9047-A194-6FA403BC0051}"/>
              </a:ext>
            </a:extLst>
          </p:cNvPr>
          <p:cNvSpPr>
            <a:spLocks noGrp="1"/>
          </p:cNvSpPr>
          <p:nvPr>
            <p:ph type="pic" sz="quarter" idx="21"/>
          </p:nvPr>
        </p:nvSpPr>
        <p:spPr>
          <a:xfrm>
            <a:off x="5619918" y="235016"/>
            <a:ext cx="2006600" cy="2005798"/>
          </a:xfrm>
          <a:prstGeom prst="ellipse">
            <a:avLst/>
          </a:prstGeom>
          <a:solidFill>
            <a:schemeClr val="bg2">
              <a:lumMod val="60000"/>
              <a:lumOff val="40000"/>
            </a:schemeClr>
          </a:solidFill>
        </p:spPr>
        <p:txBody>
          <a:bodyPr/>
          <a:lstStyle/>
          <a:p>
            <a:r>
              <a:rPr lang="en-US"/>
              <a:t>Click icon to add picture</a:t>
            </a:r>
          </a:p>
        </p:txBody>
      </p:sp>
      <p:sp>
        <p:nvSpPr>
          <p:cNvPr id="66" name="Picture Placeholder 54">
            <a:extLst>
              <a:ext uri="{FF2B5EF4-FFF2-40B4-BE49-F238E27FC236}">
                <a16:creationId xmlns:a16="http://schemas.microsoft.com/office/drawing/2014/main" id="{2209AC8B-534C-4D43-B16C-77FC053588C0}"/>
              </a:ext>
            </a:extLst>
          </p:cNvPr>
          <p:cNvSpPr>
            <a:spLocks noGrp="1"/>
          </p:cNvSpPr>
          <p:nvPr>
            <p:ph type="pic" sz="quarter" idx="15"/>
          </p:nvPr>
        </p:nvSpPr>
        <p:spPr>
          <a:xfrm>
            <a:off x="5619918" y="2425459"/>
            <a:ext cx="2006600" cy="2005798"/>
          </a:xfrm>
          <a:solidFill>
            <a:schemeClr val="bg2">
              <a:lumMod val="60000"/>
              <a:lumOff val="40000"/>
            </a:schemeClr>
          </a:solidFill>
        </p:spPr>
        <p:txBody>
          <a:bodyPr/>
          <a:lstStyle/>
          <a:p>
            <a:r>
              <a:rPr lang="en-US"/>
              <a:t>Click icon to add picture</a:t>
            </a:r>
          </a:p>
        </p:txBody>
      </p:sp>
      <p:sp>
        <p:nvSpPr>
          <p:cNvPr id="67" name="Picture Placeholder 54">
            <a:extLst>
              <a:ext uri="{FF2B5EF4-FFF2-40B4-BE49-F238E27FC236}">
                <a16:creationId xmlns:a16="http://schemas.microsoft.com/office/drawing/2014/main" id="{1D517556-06E1-F04E-A179-90723EFA6B80}"/>
              </a:ext>
            </a:extLst>
          </p:cNvPr>
          <p:cNvSpPr>
            <a:spLocks noGrp="1"/>
          </p:cNvSpPr>
          <p:nvPr>
            <p:ph type="pic" sz="quarter" idx="16"/>
          </p:nvPr>
        </p:nvSpPr>
        <p:spPr>
          <a:xfrm>
            <a:off x="5619918" y="4622684"/>
            <a:ext cx="2006600" cy="2005798"/>
          </a:xfrm>
          <a:solidFill>
            <a:schemeClr val="bg2">
              <a:lumMod val="60000"/>
              <a:lumOff val="40000"/>
            </a:schemeClr>
          </a:solidFill>
        </p:spPr>
        <p:txBody>
          <a:bodyPr/>
          <a:lstStyle/>
          <a:p>
            <a:r>
              <a:rPr lang="en-US"/>
              <a:t>Click icon to add picture</a:t>
            </a:r>
          </a:p>
        </p:txBody>
      </p:sp>
      <p:sp>
        <p:nvSpPr>
          <p:cNvPr id="68" name="Picture Placeholder 54">
            <a:extLst>
              <a:ext uri="{FF2B5EF4-FFF2-40B4-BE49-F238E27FC236}">
                <a16:creationId xmlns:a16="http://schemas.microsoft.com/office/drawing/2014/main" id="{4C31A59A-BCD6-7D42-9911-F533A2B0E974}"/>
              </a:ext>
            </a:extLst>
          </p:cNvPr>
          <p:cNvSpPr>
            <a:spLocks noGrp="1"/>
          </p:cNvSpPr>
          <p:nvPr>
            <p:ph type="pic" sz="quarter" idx="17"/>
          </p:nvPr>
        </p:nvSpPr>
        <p:spPr>
          <a:xfrm>
            <a:off x="7806639" y="4622684"/>
            <a:ext cx="2006600" cy="2005798"/>
          </a:xfrm>
          <a:solidFill>
            <a:schemeClr val="bg2">
              <a:lumMod val="60000"/>
              <a:lumOff val="40000"/>
            </a:schemeClr>
          </a:solidFill>
        </p:spPr>
        <p:txBody>
          <a:bodyPr/>
          <a:lstStyle/>
          <a:p>
            <a:r>
              <a:rPr lang="en-US"/>
              <a:t>Click icon to add picture</a:t>
            </a:r>
          </a:p>
        </p:txBody>
      </p:sp>
      <p:sp>
        <p:nvSpPr>
          <p:cNvPr id="69" name="Picture Placeholder 54">
            <a:extLst>
              <a:ext uri="{FF2B5EF4-FFF2-40B4-BE49-F238E27FC236}">
                <a16:creationId xmlns:a16="http://schemas.microsoft.com/office/drawing/2014/main" id="{7FF2D2D0-9BC4-5B40-A378-03CEA1CD3640}"/>
              </a:ext>
            </a:extLst>
          </p:cNvPr>
          <p:cNvSpPr>
            <a:spLocks noGrp="1"/>
          </p:cNvSpPr>
          <p:nvPr>
            <p:ph type="pic" sz="quarter" idx="18"/>
          </p:nvPr>
        </p:nvSpPr>
        <p:spPr>
          <a:xfrm>
            <a:off x="9993359" y="2425459"/>
            <a:ext cx="2006600" cy="2005798"/>
          </a:xfrm>
          <a:solidFill>
            <a:schemeClr val="bg2">
              <a:lumMod val="60000"/>
              <a:lumOff val="40000"/>
            </a:schemeClr>
          </a:solidFill>
        </p:spPr>
        <p:txBody>
          <a:bodyPr/>
          <a:lstStyle/>
          <a:p>
            <a:r>
              <a:rPr lang="en-US"/>
              <a:t>Click icon to add picture</a:t>
            </a:r>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9993359" y="235016"/>
            <a:ext cx="2006600" cy="2005798"/>
          </a:xfrm>
          <a:solidFill>
            <a:schemeClr val="bg2">
              <a:lumMod val="60000"/>
              <a:lumOff val="40000"/>
            </a:schemeClr>
          </a:solidFill>
        </p:spPr>
        <p:txBody>
          <a:bodyPr/>
          <a:lstStyle/>
          <a:p>
            <a:r>
              <a:rPr lang="en-US"/>
              <a:t>Click icon to add picture</a:t>
            </a:r>
          </a:p>
        </p:txBody>
      </p:sp>
      <p:sp>
        <p:nvSpPr>
          <p:cNvPr id="71" name="Picture Placeholder 54">
            <a:extLst>
              <a:ext uri="{FF2B5EF4-FFF2-40B4-BE49-F238E27FC236}">
                <a16:creationId xmlns:a16="http://schemas.microsoft.com/office/drawing/2014/main" id="{D5240813-F15A-8C47-A298-105FCFA02163}"/>
              </a:ext>
            </a:extLst>
          </p:cNvPr>
          <p:cNvSpPr>
            <a:spLocks noGrp="1"/>
          </p:cNvSpPr>
          <p:nvPr>
            <p:ph type="pic" sz="quarter" idx="20"/>
          </p:nvPr>
        </p:nvSpPr>
        <p:spPr>
          <a:xfrm>
            <a:off x="7806639" y="235016"/>
            <a:ext cx="2006600" cy="2005798"/>
          </a:xfrm>
          <a:solidFill>
            <a:schemeClr val="bg2">
              <a:lumMod val="60000"/>
              <a:lumOff val="40000"/>
            </a:schemeClr>
          </a:solidFill>
        </p:spPr>
        <p:txBody>
          <a:bodyPr/>
          <a:lstStyle/>
          <a:p>
            <a:r>
              <a:rPr lang="en-US"/>
              <a:t>Click icon to add picture</a:t>
            </a:r>
          </a:p>
        </p:txBody>
      </p:sp>
      <p:sp>
        <p:nvSpPr>
          <p:cNvPr id="72" name="Picture Placeholder 54">
            <a:extLst>
              <a:ext uri="{FF2B5EF4-FFF2-40B4-BE49-F238E27FC236}">
                <a16:creationId xmlns:a16="http://schemas.microsoft.com/office/drawing/2014/main" id="{F87F508F-16B9-0B45-A2B3-10A7A8A2CBEE}"/>
              </a:ext>
            </a:extLst>
          </p:cNvPr>
          <p:cNvSpPr>
            <a:spLocks noGrp="1"/>
          </p:cNvSpPr>
          <p:nvPr>
            <p:ph type="pic" sz="quarter" idx="22"/>
          </p:nvPr>
        </p:nvSpPr>
        <p:spPr>
          <a:xfrm>
            <a:off x="7806238" y="2425459"/>
            <a:ext cx="2006600" cy="2005798"/>
          </a:xfrm>
          <a:prstGeom prst="ellipse">
            <a:avLst/>
          </a:prstGeom>
          <a:solidFill>
            <a:schemeClr val="bg2">
              <a:lumMod val="60000"/>
              <a:lumOff val="40000"/>
            </a:schemeClr>
          </a:solidFill>
        </p:spPr>
        <p:txBody>
          <a:bodyPr/>
          <a:lstStyle/>
          <a:p>
            <a:r>
              <a:rPr lang="en-US"/>
              <a:t>Click icon to add picture</a:t>
            </a:r>
          </a:p>
        </p:txBody>
      </p:sp>
      <p:sp>
        <p:nvSpPr>
          <p:cNvPr id="73" name="Picture Placeholder 54">
            <a:extLst>
              <a:ext uri="{FF2B5EF4-FFF2-40B4-BE49-F238E27FC236}">
                <a16:creationId xmlns:a16="http://schemas.microsoft.com/office/drawing/2014/main" id="{1F6F4CE8-329C-054D-8A31-3136D7EB8340}"/>
              </a:ext>
            </a:extLst>
          </p:cNvPr>
          <p:cNvSpPr>
            <a:spLocks noGrp="1"/>
          </p:cNvSpPr>
          <p:nvPr>
            <p:ph type="pic" sz="quarter" idx="23"/>
          </p:nvPr>
        </p:nvSpPr>
        <p:spPr>
          <a:xfrm>
            <a:off x="9992557" y="4622684"/>
            <a:ext cx="2006600" cy="2005798"/>
          </a:xfrm>
          <a:prstGeom prst="ellipse">
            <a:avLst/>
          </a:prstGeom>
          <a:solidFill>
            <a:schemeClr val="bg2">
              <a:lumMod val="60000"/>
              <a:lumOff val="40000"/>
            </a:schemeClr>
          </a:solidFill>
        </p:spPr>
        <p:txBody>
          <a:bodyPr/>
          <a:lstStyle/>
          <a:p>
            <a:r>
              <a:rPr lang="en-US"/>
              <a:t>Click icon to add picture</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16" name="Rectangle 15">
            <a:extLst>
              <a:ext uri="{FF2B5EF4-FFF2-40B4-BE49-F238E27FC236}">
                <a16:creationId xmlns:a16="http://schemas.microsoft.com/office/drawing/2014/main" id="{5765D78A-D00F-48B5-970F-FCFF3F666F82}"/>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61A030C-10B4-494B-98A3-8E793F9AE8C2}"/>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18" name="Picture 17" descr="A picture containing logo&#10;&#10;Description automatically generated">
            <a:extLst>
              <a:ext uri="{FF2B5EF4-FFF2-40B4-BE49-F238E27FC236}">
                <a16:creationId xmlns:a16="http://schemas.microsoft.com/office/drawing/2014/main" id="{1A094853-3EE2-4C73-A753-4255C57DBE77}"/>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1350270637"/>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1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solidFill>
            <a:schemeClr val="bg2">
              <a:lumMod val="60000"/>
              <a:lumOff val="4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8" name="Rectangle 7">
            <a:extLst>
              <a:ext uri="{FF2B5EF4-FFF2-40B4-BE49-F238E27FC236}">
                <a16:creationId xmlns:a16="http://schemas.microsoft.com/office/drawing/2014/main" id="{AC773434-F504-41F7-AAEA-AE3E76D13805}"/>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4A3B71E-C358-427B-BD3D-31D4D59A4FF5}"/>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10" name="Picture 9" descr="A picture containing logo&#10;&#10;Description automatically generated">
            <a:extLst>
              <a:ext uri="{FF2B5EF4-FFF2-40B4-BE49-F238E27FC236}">
                <a16:creationId xmlns:a16="http://schemas.microsoft.com/office/drawing/2014/main" id="{04101A63-8D64-4F63-B03D-03F898112146}"/>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1626375513"/>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2_Title_2">
    <p:bg>
      <p:bgPr>
        <a:solidFill>
          <a:schemeClr val="bg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icture Placeholder 54">
            <a:extLst>
              <a:ext uri="{FF2B5EF4-FFF2-40B4-BE49-F238E27FC236}">
                <a16:creationId xmlns:a16="http://schemas.microsoft.com/office/drawing/2014/main" id="{786D650C-9A56-AD45-8FB2-1A559B9FED0C}"/>
              </a:ext>
            </a:extLst>
          </p:cNvPr>
          <p:cNvSpPr>
            <a:spLocks noGrp="1"/>
          </p:cNvSpPr>
          <p:nvPr>
            <p:ph type="pic" sz="quarter" idx="19"/>
          </p:nvPr>
        </p:nvSpPr>
        <p:spPr>
          <a:xfrm>
            <a:off x="5619918" y="235016"/>
            <a:ext cx="6380041" cy="6393466"/>
          </a:xfrm>
          <a:prstGeom prst="ellipse">
            <a:avLst/>
          </a:prstGeom>
          <a:solidFill>
            <a:schemeClr val="bg2">
              <a:lumMod val="60000"/>
              <a:lumOff val="4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D7FA3007-73D9-3E4B-9875-6A50C18BCEAE}"/>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tx1"/>
                </a:solidFill>
              </a:defRPr>
            </a:lvl1pPr>
          </a:lstStyle>
          <a:p>
            <a:r>
              <a:rPr lang="en-US"/>
              <a:t>Lorem ipsum dolor</a:t>
            </a:r>
          </a:p>
        </p:txBody>
      </p:sp>
      <p:sp>
        <p:nvSpPr>
          <p:cNvPr id="20" name="Text Placeholder 7">
            <a:extLst>
              <a:ext uri="{FF2B5EF4-FFF2-40B4-BE49-F238E27FC236}">
                <a16:creationId xmlns:a16="http://schemas.microsoft.com/office/drawing/2014/main" id="{CAEE272A-AAEC-9E40-AF03-37B502D88BF6}"/>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tx2"/>
                </a:solidFill>
                <a:latin typeface="Arial" panose="020B0604020202020204" pitchFamily="34" charset="0"/>
                <a:cs typeface="Arial" panose="020B0604020202020204" pitchFamily="34" charset="0"/>
              </a:defRPr>
            </a:lvl1pPr>
          </a:lstStyle>
          <a:p>
            <a:pPr lvl="0"/>
            <a:r>
              <a:rPr lang="en-US"/>
              <a:t>October 2020</a:t>
            </a:r>
          </a:p>
        </p:txBody>
      </p:sp>
      <p:sp>
        <p:nvSpPr>
          <p:cNvPr id="52" name="TextBox 51">
            <a:extLst>
              <a:ext uri="{FF2B5EF4-FFF2-40B4-BE49-F238E27FC236}">
                <a16:creationId xmlns:a16="http://schemas.microsoft.com/office/drawing/2014/main" id="{A546E08A-8A68-F34E-8996-875FB979BA04}"/>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74" name="Picture 73" descr="A picture containing logo&#10;&#10;Description automatically generated">
            <a:extLst>
              <a:ext uri="{FF2B5EF4-FFF2-40B4-BE49-F238E27FC236}">
                <a16:creationId xmlns:a16="http://schemas.microsoft.com/office/drawing/2014/main" id="{2C20D839-AEF0-9545-AAE0-2B7FE9F2F593}"/>
              </a:ext>
            </a:extLst>
          </p:cNvPr>
          <p:cNvPicPr>
            <a:picLocks noChangeAspect="1"/>
          </p:cNvPicPr>
          <p:nvPr/>
        </p:nvPicPr>
        <p:blipFill>
          <a:blip r:embed="rId2"/>
          <a:stretch>
            <a:fillRect/>
          </a:stretch>
        </p:blipFill>
        <p:spPr>
          <a:xfrm>
            <a:off x="338020" y="6286500"/>
            <a:ext cx="1892348" cy="281839"/>
          </a:xfrm>
          <a:prstGeom prst="rect">
            <a:avLst/>
          </a:prstGeom>
        </p:spPr>
      </p:pic>
      <p:sp>
        <p:nvSpPr>
          <p:cNvPr id="8" name="Rectangle 7">
            <a:extLst>
              <a:ext uri="{FF2B5EF4-FFF2-40B4-BE49-F238E27FC236}">
                <a16:creationId xmlns:a16="http://schemas.microsoft.com/office/drawing/2014/main" id="{84B90A87-D5B4-4EF0-B5E6-7E796BEE261A}"/>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F01137D-FA55-4202-8387-7248896B68C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t>Legal, Privileged and Confidential</a:t>
            </a:r>
          </a:p>
        </p:txBody>
      </p:sp>
      <p:pic>
        <p:nvPicPr>
          <p:cNvPr id="10" name="Picture 9" descr="A picture containing logo&#10;&#10;Description automatically generated">
            <a:extLst>
              <a:ext uri="{FF2B5EF4-FFF2-40B4-BE49-F238E27FC236}">
                <a16:creationId xmlns:a16="http://schemas.microsoft.com/office/drawing/2014/main" id="{B829665E-4B2F-4D8E-B3AD-C4D46B2E9798}"/>
              </a:ext>
            </a:extLst>
          </p:cNvPr>
          <p:cNvPicPr>
            <a:picLocks noChangeAspect="1"/>
          </p:cNvPicPr>
          <p:nvPr userDrawn="1"/>
        </p:nvPicPr>
        <p:blipFill>
          <a:blip r:embed="rId2"/>
          <a:stretch>
            <a:fillRect/>
          </a:stretch>
        </p:blipFill>
        <p:spPr>
          <a:xfrm>
            <a:off x="338020" y="6286500"/>
            <a:ext cx="1892348" cy="281839"/>
          </a:xfrm>
          <a:prstGeom prst="rect">
            <a:avLst/>
          </a:prstGeom>
        </p:spPr>
      </p:pic>
    </p:spTree>
    <p:extLst>
      <p:ext uri="{BB962C8B-B14F-4D97-AF65-F5344CB8AC3E}">
        <p14:creationId xmlns:p14="http://schemas.microsoft.com/office/powerpoint/2010/main" val="184799129"/>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p:nvPicPr>
        <p:blipFill>
          <a:blip r:embed="rId2"/>
          <a:stretch>
            <a:fillRect/>
          </a:stretch>
        </p:blipFill>
        <p:spPr>
          <a:xfrm>
            <a:off x="323213" y="6282600"/>
            <a:ext cx="1921962" cy="286250"/>
          </a:xfrm>
          <a:prstGeom prst="rect">
            <a:avLst/>
          </a:prstGeom>
        </p:spPr>
      </p:pic>
      <p:sp>
        <p:nvSpPr>
          <p:cNvPr id="43" name="Picture Placeholder 54">
            <a:extLst>
              <a:ext uri="{FF2B5EF4-FFF2-40B4-BE49-F238E27FC236}">
                <a16:creationId xmlns:a16="http://schemas.microsoft.com/office/drawing/2014/main" id="{0316E32D-2036-BC44-A9E2-F1F09021E8D4}"/>
              </a:ext>
            </a:extLst>
          </p:cNvPr>
          <p:cNvSpPr>
            <a:spLocks noGrp="1"/>
          </p:cNvSpPr>
          <p:nvPr>
            <p:ph type="pic" sz="quarter" idx="21"/>
          </p:nvPr>
        </p:nvSpPr>
        <p:spPr>
          <a:xfrm>
            <a:off x="5619918" y="235016"/>
            <a:ext cx="2006600" cy="2005798"/>
          </a:xfrm>
          <a:prstGeom prst="ellipse">
            <a:avLst/>
          </a:prstGeom>
          <a:solidFill>
            <a:schemeClr val="tx1">
              <a:lumMod val="75000"/>
            </a:schemeClr>
          </a:solidFill>
        </p:spPr>
        <p:txBody>
          <a:bodyPr/>
          <a:lstStyle/>
          <a:p>
            <a:r>
              <a:rPr lang="en-US"/>
              <a:t>Click icon to add picture</a:t>
            </a:r>
          </a:p>
        </p:txBody>
      </p:sp>
      <p:sp>
        <p:nvSpPr>
          <p:cNvPr id="44" name="Picture Placeholder 54">
            <a:extLst>
              <a:ext uri="{FF2B5EF4-FFF2-40B4-BE49-F238E27FC236}">
                <a16:creationId xmlns:a16="http://schemas.microsoft.com/office/drawing/2014/main" id="{9C59B100-6D5E-AC48-A09E-E3183DCF395F}"/>
              </a:ext>
            </a:extLst>
          </p:cNvPr>
          <p:cNvSpPr>
            <a:spLocks noGrp="1"/>
          </p:cNvSpPr>
          <p:nvPr>
            <p:ph type="pic" sz="quarter" idx="15"/>
          </p:nvPr>
        </p:nvSpPr>
        <p:spPr>
          <a:xfrm>
            <a:off x="5619918" y="2425459"/>
            <a:ext cx="2006600" cy="2005798"/>
          </a:xfrm>
          <a:solidFill>
            <a:schemeClr val="tx1">
              <a:lumMod val="75000"/>
            </a:schemeClr>
          </a:solidFill>
        </p:spPr>
        <p:txBody>
          <a:bodyPr/>
          <a:lstStyle/>
          <a:p>
            <a:r>
              <a:rPr lang="en-US"/>
              <a:t>Click icon to add picture</a:t>
            </a:r>
          </a:p>
        </p:txBody>
      </p:sp>
      <p:sp>
        <p:nvSpPr>
          <p:cNvPr id="45" name="Picture Placeholder 54">
            <a:extLst>
              <a:ext uri="{FF2B5EF4-FFF2-40B4-BE49-F238E27FC236}">
                <a16:creationId xmlns:a16="http://schemas.microsoft.com/office/drawing/2014/main" id="{568FB8BF-D158-074A-B789-CEBF6B5AA881}"/>
              </a:ext>
            </a:extLst>
          </p:cNvPr>
          <p:cNvSpPr>
            <a:spLocks noGrp="1"/>
          </p:cNvSpPr>
          <p:nvPr>
            <p:ph type="pic" sz="quarter" idx="16"/>
          </p:nvPr>
        </p:nvSpPr>
        <p:spPr>
          <a:xfrm>
            <a:off x="5619918" y="4622684"/>
            <a:ext cx="2006600" cy="2005798"/>
          </a:xfrm>
          <a:solidFill>
            <a:schemeClr val="tx1">
              <a:lumMod val="75000"/>
            </a:schemeClr>
          </a:solidFill>
        </p:spPr>
        <p:txBody>
          <a:bodyPr/>
          <a:lstStyle/>
          <a:p>
            <a:r>
              <a:rPr lang="en-US"/>
              <a:t>Click icon to add picture</a:t>
            </a:r>
          </a:p>
        </p:txBody>
      </p:sp>
      <p:sp>
        <p:nvSpPr>
          <p:cNvPr id="46" name="Picture Placeholder 54">
            <a:extLst>
              <a:ext uri="{FF2B5EF4-FFF2-40B4-BE49-F238E27FC236}">
                <a16:creationId xmlns:a16="http://schemas.microsoft.com/office/drawing/2014/main" id="{C2B4FC8E-A812-9C41-BEE0-692DBFE4E04E}"/>
              </a:ext>
            </a:extLst>
          </p:cNvPr>
          <p:cNvSpPr>
            <a:spLocks noGrp="1"/>
          </p:cNvSpPr>
          <p:nvPr>
            <p:ph type="pic" sz="quarter" idx="17"/>
          </p:nvPr>
        </p:nvSpPr>
        <p:spPr>
          <a:xfrm>
            <a:off x="7806639" y="4622684"/>
            <a:ext cx="2006600" cy="2005798"/>
          </a:xfrm>
          <a:solidFill>
            <a:schemeClr val="tx1">
              <a:lumMod val="75000"/>
            </a:schemeClr>
          </a:solidFill>
        </p:spPr>
        <p:txBody>
          <a:bodyPr/>
          <a:lstStyle/>
          <a:p>
            <a:r>
              <a:rPr lang="en-US"/>
              <a:t>Click icon to add picture</a:t>
            </a:r>
          </a:p>
        </p:txBody>
      </p:sp>
      <p:sp>
        <p:nvSpPr>
          <p:cNvPr id="47" name="Picture Placeholder 54">
            <a:extLst>
              <a:ext uri="{FF2B5EF4-FFF2-40B4-BE49-F238E27FC236}">
                <a16:creationId xmlns:a16="http://schemas.microsoft.com/office/drawing/2014/main" id="{7703F26C-0248-B948-B94C-0DBFCB2CB6B7}"/>
              </a:ext>
            </a:extLst>
          </p:cNvPr>
          <p:cNvSpPr>
            <a:spLocks noGrp="1"/>
          </p:cNvSpPr>
          <p:nvPr>
            <p:ph type="pic" sz="quarter" idx="18"/>
          </p:nvPr>
        </p:nvSpPr>
        <p:spPr>
          <a:xfrm>
            <a:off x="9993359" y="2425459"/>
            <a:ext cx="2006600" cy="2005798"/>
          </a:xfrm>
          <a:solidFill>
            <a:schemeClr val="tx1">
              <a:lumMod val="75000"/>
            </a:schemeClr>
          </a:solidFill>
        </p:spPr>
        <p:txBody>
          <a:bodyPr/>
          <a:lstStyle/>
          <a:p>
            <a:r>
              <a:rPr lang="en-US"/>
              <a:t>Click icon to add picture</a:t>
            </a:r>
          </a:p>
        </p:txBody>
      </p:sp>
      <p:sp>
        <p:nvSpPr>
          <p:cNvPr id="48" name="Picture Placeholder 54">
            <a:extLst>
              <a:ext uri="{FF2B5EF4-FFF2-40B4-BE49-F238E27FC236}">
                <a16:creationId xmlns:a16="http://schemas.microsoft.com/office/drawing/2014/main" id="{2FC67853-5125-A040-B75C-285CA2D9C388}"/>
              </a:ext>
            </a:extLst>
          </p:cNvPr>
          <p:cNvSpPr>
            <a:spLocks noGrp="1"/>
          </p:cNvSpPr>
          <p:nvPr>
            <p:ph type="pic" sz="quarter" idx="19"/>
          </p:nvPr>
        </p:nvSpPr>
        <p:spPr>
          <a:xfrm>
            <a:off x="9993359" y="235016"/>
            <a:ext cx="2006600" cy="2005798"/>
          </a:xfrm>
          <a:solidFill>
            <a:schemeClr val="tx1">
              <a:lumMod val="75000"/>
            </a:schemeClr>
          </a:solidFill>
        </p:spPr>
        <p:txBody>
          <a:bodyPr/>
          <a:lstStyle/>
          <a:p>
            <a:r>
              <a:rPr lang="en-US"/>
              <a:t>Click icon to add picture</a:t>
            </a:r>
          </a:p>
        </p:txBody>
      </p:sp>
      <p:sp>
        <p:nvSpPr>
          <p:cNvPr id="49" name="Picture Placeholder 54">
            <a:extLst>
              <a:ext uri="{FF2B5EF4-FFF2-40B4-BE49-F238E27FC236}">
                <a16:creationId xmlns:a16="http://schemas.microsoft.com/office/drawing/2014/main" id="{32C0E079-A385-E845-B84C-120B40BE0288}"/>
              </a:ext>
            </a:extLst>
          </p:cNvPr>
          <p:cNvSpPr>
            <a:spLocks noGrp="1"/>
          </p:cNvSpPr>
          <p:nvPr>
            <p:ph type="pic" sz="quarter" idx="20"/>
          </p:nvPr>
        </p:nvSpPr>
        <p:spPr>
          <a:xfrm>
            <a:off x="7806639" y="235016"/>
            <a:ext cx="2006600" cy="2005798"/>
          </a:xfrm>
          <a:solidFill>
            <a:schemeClr val="tx1">
              <a:lumMod val="75000"/>
            </a:schemeClr>
          </a:solidFill>
        </p:spPr>
        <p:txBody>
          <a:bodyPr/>
          <a:lstStyle/>
          <a:p>
            <a:r>
              <a:rPr lang="en-US"/>
              <a:t>Click icon to add picture</a:t>
            </a:r>
          </a:p>
        </p:txBody>
      </p:sp>
      <p:sp>
        <p:nvSpPr>
          <p:cNvPr id="50" name="Picture Placeholder 54">
            <a:extLst>
              <a:ext uri="{FF2B5EF4-FFF2-40B4-BE49-F238E27FC236}">
                <a16:creationId xmlns:a16="http://schemas.microsoft.com/office/drawing/2014/main" id="{5E1EAADB-AA1D-AE47-89C0-03AE9F7D8E00}"/>
              </a:ext>
            </a:extLst>
          </p:cNvPr>
          <p:cNvSpPr>
            <a:spLocks noGrp="1"/>
          </p:cNvSpPr>
          <p:nvPr>
            <p:ph type="pic" sz="quarter" idx="22"/>
          </p:nvPr>
        </p:nvSpPr>
        <p:spPr>
          <a:xfrm>
            <a:off x="7806238" y="2425459"/>
            <a:ext cx="2006600" cy="2005798"/>
          </a:xfrm>
          <a:prstGeom prst="ellipse">
            <a:avLst/>
          </a:prstGeom>
          <a:solidFill>
            <a:schemeClr val="tx1">
              <a:lumMod val="75000"/>
            </a:schemeClr>
          </a:solidFill>
        </p:spPr>
        <p:txBody>
          <a:bodyPr/>
          <a:lstStyle/>
          <a:p>
            <a:r>
              <a:rPr lang="en-US"/>
              <a:t>Click icon to add picture</a:t>
            </a:r>
          </a:p>
        </p:txBody>
      </p:sp>
      <p:sp>
        <p:nvSpPr>
          <p:cNvPr id="51" name="Picture Placeholder 54">
            <a:extLst>
              <a:ext uri="{FF2B5EF4-FFF2-40B4-BE49-F238E27FC236}">
                <a16:creationId xmlns:a16="http://schemas.microsoft.com/office/drawing/2014/main" id="{ECAF3610-AF61-9046-8D53-99C6435EC4D9}"/>
              </a:ext>
            </a:extLst>
          </p:cNvPr>
          <p:cNvSpPr>
            <a:spLocks noGrp="1"/>
          </p:cNvSpPr>
          <p:nvPr>
            <p:ph type="pic" sz="quarter" idx="23"/>
          </p:nvPr>
        </p:nvSpPr>
        <p:spPr>
          <a:xfrm>
            <a:off x="9992557" y="4622684"/>
            <a:ext cx="2006600" cy="2005798"/>
          </a:xfrm>
          <a:prstGeom prst="ellipse">
            <a:avLst/>
          </a:prstGeom>
          <a:solidFill>
            <a:schemeClr val="tx1">
              <a:lumMod val="75000"/>
            </a:schemeClr>
          </a:solidFill>
        </p:spPr>
        <p:txBody>
          <a:bodyPr/>
          <a:lstStyle/>
          <a:p>
            <a:r>
              <a:rPr lang="en-US"/>
              <a:t>Click icon to add picture</a:t>
            </a:r>
          </a:p>
        </p:txBody>
      </p:sp>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16" name="Rectangle 15">
            <a:extLst>
              <a:ext uri="{FF2B5EF4-FFF2-40B4-BE49-F238E27FC236}">
                <a16:creationId xmlns:a16="http://schemas.microsoft.com/office/drawing/2014/main" id="{D3415B5E-E9F7-4C06-8D8F-5ECFE1D46250}"/>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icture containing drawing, mug&#10;&#10;Description automatically generated">
            <a:extLst>
              <a:ext uri="{FF2B5EF4-FFF2-40B4-BE49-F238E27FC236}">
                <a16:creationId xmlns:a16="http://schemas.microsoft.com/office/drawing/2014/main" id="{32AA8E4A-0828-4AB8-BCA8-2FE918F2D84C}"/>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18" name="TextBox 17">
            <a:extLst>
              <a:ext uri="{FF2B5EF4-FFF2-40B4-BE49-F238E27FC236}">
                <a16:creationId xmlns:a16="http://schemas.microsoft.com/office/drawing/2014/main" id="{B15A0974-C87A-4ED5-B537-BC91492E274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1532600162"/>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2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16" name="Picture Placeholder 54">
            <a:extLst>
              <a:ext uri="{FF2B5EF4-FFF2-40B4-BE49-F238E27FC236}">
                <a16:creationId xmlns:a16="http://schemas.microsoft.com/office/drawing/2014/main" id="{556E1E32-C37D-AE47-8789-1EF4DE5E44AA}"/>
              </a:ext>
            </a:extLst>
          </p:cNvPr>
          <p:cNvSpPr>
            <a:spLocks noGrp="1"/>
          </p:cNvSpPr>
          <p:nvPr>
            <p:ph type="pic" sz="quarter" idx="19"/>
          </p:nvPr>
        </p:nvSpPr>
        <p:spPr>
          <a:xfrm>
            <a:off x="5619918" y="235016"/>
            <a:ext cx="6380041" cy="6393466"/>
          </a:xfrm>
          <a:solidFill>
            <a:schemeClr val="tx1">
              <a:lumMod val="75000"/>
            </a:schemeClr>
          </a:solidFill>
        </p:spPr>
        <p:txBody>
          <a:bodyPr/>
          <a:lstStyle/>
          <a:p>
            <a:r>
              <a:rPr lang="en-US"/>
              <a:t>Click icon to add picture</a:t>
            </a:r>
          </a:p>
        </p:txBody>
      </p:sp>
      <p:sp>
        <p:nvSpPr>
          <p:cNvPr id="8" name="Rectangle 7">
            <a:extLst>
              <a:ext uri="{FF2B5EF4-FFF2-40B4-BE49-F238E27FC236}">
                <a16:creationId xmlns:a16="http://schemas.microsoft.com/office/drawing/2014/main" id="{5595D5EE-B178-45EA-B0D6-0E598269258E}"/>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drawing, mug&#10;&#10;Description automatically generated">
            <a:extLst>
              <a:ext uri="{FF2B5EF4-FFF2-40B4-BE49-F238E27FC236}">
                <a16:creationId xmlns:a16="http://schemas.microsoft.com/office/drawing/2014/main" id="{55994D93-E870-4322-B80D-244A90290A7A}"/>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10" name="TextBox 9">
            <a:extLst>
              <a:ext uri="{FF2B5EF4-FFF2-40B4-BE49-F238E27FC236}">
                <a16:creationId xmlns:a16="http://schemas.microsoft.com/office/drawing/2014/main" id="{EA9FD0CF-69E5-4972-BA76-9F19DC37F6D4}"/>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2659532161"/>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3_Title_3">
    <p:bg>
      <p:bgPr>
        <a:solidFill>
          <a:schemeClr val="tx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70A53C-2ABF-6545-A998-DB632FA5EAE8}"/>
              </a:ext>
            </a:extLst>
          </p:cNvPr>
          <p:cNvSpPr/>
          <p:nvPr/>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icture containing drawing, mug&#10;&#10;Description automatically generated">
            <a:extLst>
              <a:ext uri="{FF2B5EF4-FFF2-40B4-BE49-F238E27FC236}">
                <a16:creationId xmlns:a16="http://schemas.microsoft.com/office/drawing/2014/main" id="{32C19A07-D78A-F64F-87B0-3BD4B6E854E9}"/>
              </a:ext>
            </a:extLst>
          </p:cNvPr>
          <p:cNvPicPr>
            <a:picLocks noChangeAspect="1"/>
          </p:cNvPicPr>
          <p:nvPr/>
        </p:nvPicPr>
        <p:blipFill>
          <a:blip r:embed="rId2"/>
          <a:stretch>
            <a:fillRect/>
          </a:stretch>
        </p:blipFill>
        <p:spPr>
          <a:xfrm>
            <a:off x="323213" y="6282600"/>
            <a:ext cx="1921962" cy="286250"/>
          </a:xfrm>
          <a:prstGeom prst="rect">
            <a:avLst/>
          </a:prstGeom>
        </p:spPr>
      </p:pic>
      <p:sp>
        <p:nvSpPr>
          <p:cNvPr id="54" name="Title 1">
            <a:extLst>
              <a:ext uri="{FF2B5EF4-FFF2-40B4-BE49-F238E27FC236}">
                <a16:creationId xmlns:a16="http://schemas.microsoft.com/office/drawing/2014/main" id="{C7CBC140-CC43-EC4C-88B6-141C65F06950}"/>
              </a:ext>
            </a:extLst>
          </p:cNvPr>
          <p:cNvSpPr>
            <a:spLocks noGrp="1"/>
          </p:cNvSpPr>
          <p:nvPr>
            <p:ph type="title" hasCustomPrompt="1"/>
          </p:nvPr>
        </p:nvSpPr>
        <p:spPr>
          <a:xfrm>
            <a:off x="342900" y="1376111"/>
            <a:ext cx="4145798" cy="3293121"/>
          </a:xfrm>
        </p:spPr>
        <p:txBody>
          <a:bodyPr anchor="t">
            <a:noAutofit/>
          </a:bodyPr>
          <a:lstStyle>
            <a:lvl1pPr>
              <a:lnSpc>
                <a:spcPct val="90000"/>
              </a:lnSpc>
              <a:defRPr sz="5400" b="0">
                <a:solidFill>
                  <a:schemeClr val="bg1"/>
                </a:solidFill>
              </a:defRPr>
            </a:lvl1pPr>
          </a:lstStyle>
          <a:p>
            <a:r>
              <a:rPr lang="en-US"/>
              <a:t>Lorem ipsum dolor</a:t>
            </a:r>
          </a:p>
        </p:txBody>
      </p:sp>
      <p:sp>
        <p:nvSpPr>
          <p:cNvPr id="64" name="Text Placeholder 7">
            <a:extLst>
              <a:ext uri="{FF2B5EF4-FFF2-40B4-BE49-F238E27FC236}">
                <a16:creationId xmlns:a16="http://schemas.microsoft.com/office/drawing/2014/main" id="{C8B32EE2-2C3B-3C4A-B7B3-B8EF8EEBA079}"/>
              </a:ext>
            </a:extLst>
          </p:cNvPr>
          <p:cNvSpPr>
            <a:spLocks noGrp="1"/>
          </p:cNvSpPr>
          <p:nvPr>
            <p:ph type="body" sz="quarter" idx="14" hasCustomPrompt="1"/>
          </p:nvPr>
        </p:nvSpPr>
        <p:spPr>
          <a:xfrm>
            <a:off x="349624" y="419100"/>
            <a:ext cx="946174" cy="153888"/>
          </a:xfrm>
        </p:spPr>
        <p:txBody>
          <a:bodyPr tIns="0" rIns="0" bIns="0" anchor="t">
            <a:noAutofit/>
          </a:bodyPr>
          <a:lstStyle>
            <a:lvl1pPr>
              <a:lnSpc>
                <a:spcPct val="80000"/>
              </a:lnSpc>
              <a:spcBef>
                <a:spcPts val="0"/>
              </a:spcBef>
              <a:buNone/>
              <a:defRPr sz="1000" b="1" i="0">
                <a:solidFill>
                  <a:schemeClr val="bg1"/>
                </a:solidFill>
                <a:latin typeface="Arial" panose="020B0604020202020204" pitchFamily="34" charset="0"/>
                <a:cs typeface="Arial" panose="020B0604020202020204" pitchFamily="34" charset="0"/>
              </a:defRPr>
            </a:lvl1pPr>
          </a:lstStyle>
          <a:p>
            <a:pPr lvl="0"/>
            <a:r>
              <a:rPr lang="en-US"/>
              <a:t>October 2020</a:t>
            </a:r>
          </a:p>
        </p:txBody>
      </p:sp>
      <p:sp>
        <p:nvSpPr>
          <p:cNvPr id="65" name="TextBox 64">
            <a:extLst>
              <a:ext uri="{FF2B5EF4-FFF2-40B4-BE49-F238E27FC236}">
                <a16:creationId xmlns:a16="http://schemas.microsoft.com/office/drawing/2014/main" id="{1B0A3ED4-0D6D-AA40-AE5B-D09AFC9E8C7C}"/>
              </a:ext>
            </a:extLst>
          </p:cNvPr>
          <p:cNvSpPr txBox="1"/>
          <p:nvPr/>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
        <p:nvSpPr>
          <p:cNvPr id="8" name="Picture Placeholder 54">
            <a:extLst>
              <a:ext uri="{FF2B5EF4-FFF2-40B4-BE49-F238E27FC236}">
                <a16:creationId xmlns:a16="http://schemas.microsoft.com/office/drawing/2014/main" id="{3E3BC028-6175-134B-90D7-2CA7DB8C71B4}"/>
              </a:ext>
            </a:extLst>
          </p:cNvPr>
          <p:cNvSpPr>
            <a:spLocks noGrp="1"/>
          </p:cNvSpPr>
          <p:nvPr>
            <p:ph type="pic" sz="quarter" idx="19"/>
          </p:nvPr>
        </p:nvSpPr>
        <p:spPr>
          <a:xfrm>
            <a:off x="5619918" y="235016"/>
            <a:ext cx="6380041" cy="6393466"/>
          </a:xfrm>
          <a:prstGeom prst="ellipse">
            <a:avLst/>
          </a:prstGeom>
          <a:solidFill>
            <a:schemeClr val="tx1">
              <a:lumMod val="75000"/>
            </a:schemeClr>
          </a:solidFill>
        </p:spPr>
        <p:txBody>
          <a:bodyPr/>
          <a:lstStyle/>
          <a:p>
            <a:r>
              <a:rPr lang="en-US"/>
              <a:t>Click icon to add picture</a:t>
            </a:r>
          </a:p>
        </p:txBody>
      </p:sp>
      <p:sp>
        <p:nvSpPr>
          <p:cNvPr id="9" name="Rectangle 8">
            <a:extLst>
              <a:ext uri="{FF2B5EF4-FFF2-40B4-BE49-F238E27FC236}">
                <a16:creationId xmlns:a16="http://schemas.microsoft.com/office/drawing/2014/main" id="{83338E1B-35DA-4A46-A232-3D5F0E7E9460}"/>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drawing, mug&#10;&#10;Description automatically generated">
            <a:extLst>
              <a:ext uri="{FF2B5EF4-FFF2-40B4-BE49-F238E27FC236}">
                <a16:creationId xmlns:a16="http://schemas.microsoft.com/office/drawing/2014/main" id="{C60F59C9-0041-45B0-AA2F-3A5EB1C3CAC6}"/>
              </a:ext>
            </a:extLst>
          </p:cNvPr>
          <p:cNvPicPr>
            <a:picLocks noChangeAspect="1"/>
          </p:cNvPicPr>
          <p:nvPr userDrawn="1"/>
        </p:nvPicPr>
        <p:blipFill>
          <a:blip r:embed="rId2"/>
          <a:stretch>
            <a:fillRect/>
          </a:stretch>
        </p:blipFill>
        <p:spPr>
          <a:xfrm>
            <a:off x="323213" y="6282600"/>
            <a:ext cx="1921962" cy="286250"/>
          </a:xfrm>
          <a:prstGeom prst="rect">
            <a:avLst/>
          </a:prstGeom>
        </p:spPr>
      </p:pic>
      <p:sp>
        <p:nvSpPr>
          <p:cNvPr id="11" name="TextBox 10">
            <a:extLst>
              <a:ext uri="{FF2B5EF4-FFF2-40B4-BE49-F238E27FC236}">
                <a16:creationId xmlns:a16="http://schemas.microsoft.com/office/drawing/2014/main" id="{365796D9-1BF3-4C2E-B6A1-E78359EB131B}"/>
              </a:ext>
            </a:extLst>
          </p:cNvPr>
          <p:cNvSpPr txBox="1"/>
          <p:nvPr userDrawn="1"/>
        </p:nvSpPr>
        <p:spPr>
          <a:xfrm>
            <a:off x="1332050" y="385584"/>
            <a:ext cx="1897955" cy="153888"/>
          </a:xfrm>
          <a:prstGeom prst="rect">
            <a:avLst/>
          </a:prstGeom>
          <a:noFill/>
        </p:spPr>
        <p:txBody>
          <a:bodyPr wrap="none" lIns="0" tIns="0" rIns="0" bIns="0" rtlCol="0" anchor="t">
            <a:spAutoFit/>
          </a:bodyPr>
          <a:lstStyle/>
          <a:p>
            <a:r>
              <a:rPr lang="en-US" sz="1000">
                <a:solidFill>
                  <a:schemeClr val="bg1"/>
                </a:solidFill>
              </a:rPr>
              <a:t>Legal, Privileged and Confidential</a:t>
            </a:r>
          </a:p>
        </p:txBody>
      </p:sp>
    </p:spTree>
    <p:extLst>
      <p:ext uri="{BB962C8B-B14F-4D97-AF65-F5344CB8AC3E}">
        <p14:creationId xmlns:p14="http://schemas.microsoft.com/office/powerpoint/2010/main" val="3429735463"/>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p:nvPr>
        </p:nvSpPr>
        <p:spPr>
          <a:xfrm>
            <a:off x="374836" y="419100"/>
            <a:ext cx="4791076" cy="227286"/>
          </a:xfrm>
          <a:prstGeom prst="rect">
            <a:avLst/>
          </a:prstGeom>
        </p:spPr>
        <p:txBody>
          <a:bodyPr lIns="0" anchor="ctr">
            <a:noAutofit/>
          </a:bodyPr>
          <a:lstStyle>
            <a:lvl1pPr algn="l">
              <a:buNone/>
              <a:defRPr sz="1100" b="0" i="0" cap="all" spc="300" baseline="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Master text styles</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11442622"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11442621" cy="325829"/>
          </a:xfrm>
        </p:spPr>
        <p:txBody>
          <a:bodyPr tIns="0" rIns="0" bIns="0" anchor="t">
            <a:noAutofit/>
          </a:bodyPr>
          <a:lstStyle>
            <a:lvl1pPr marL="0">
              <a:lnSpc>
                <a:spcPct val="100000"/>
              </a:lnSpc>
              <a:buNone/>
              <a:defRPr sz="160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Click to add subheading </a:t>
            </a:r>
          </a:p>
        </p:txBody>
      </p:sp>
      <p:graphicFrame>
        <p:nvGraphicFramePr>
          <p:cNvPr id="6" name="Object 5" hidden="1">
            <a:extLst>
              <a:ext uri="{FF2B5EF4-FFF2-40B4-BE49-F238E27FC236}">
                <a16:creationId xmlns:a16="http://schemas.microsoft.com/office/drawing/2014/main" id="{A56DC0C3-8E1F-40AD-8580-0510C998FD89}"/>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6" name="Object 5" hidden="1">
                        <a:extLst>
                          <a:ext uri="{FF2B5EF4-FFF2-40B4-BE49-F238E27FC236}">
                            <a16:creationId xmlns:a16="http://schemas.microsoft.com/office/drawing/2014/main" id="{A56DC0C3-8E1F-40AD-8580-0510C998FD89}"/>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380912337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E527E4CF-5077-C940-A27A-D800E5D460EB}"/>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9" name="Picture 8" descr="A picture containing logo&#10;&#10;Description automatically generated">
            <a:extLst>
              <a:ext uri="{FF2B5EF4-FFF2-40B4-BE49-F238E27FC236}">
                <a16:creationId xmlns:a16="http://schemas.microsoft.com/office/drawing/2014/main" id="{D6601DD2-986D-E94F-95D5-A378C83BA823}"/>
              </a:ext>
            </a:extLst>
          </p:cNvPr>
          <p:cNvPicPr>
            <a:picLocks noChangeAspect="1"/>
          </p:cNvPicPr>
          <p:nvPr/>
        </p:nvPicPr>
        <p:blipFill>
          <a:blip r:embed="rId6"/>
          <a:stretch>
            <a:fillRect/>
          </a:stretch>
        </p:blipFill>
        <p:spPr>
          <a:xfrm>
            <a:off x="11109093" y="6595385"/>
            <a:ext cx="740007" cy="110214"/>
          </a:xfrm>
          <a:prstGeom prst="rect">
            <a:avLst/>
          </a:prstGeom>
        </p:spPr>
      </p:pic>
      <p:sp>
        <p:nvSpPr>
          <p:cNvPr id="12" name="Holder 2">
            <a:extLst>
              <a:ext uri="{FF2B5EF4-FFF2-40B4-BE49-F238E27FC236}">
                <a16:creationId xmlns:a16="http://schemas.microsoft.com/office/drawing/2014/main" id="{6A87A3A9-70BA-E146-A408-0834738D0DE4}"/>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3" name="Text Placeholder 7">
            <a:extLst>
              <a:ext uri="{FF2B5EF4-FFF2-40B4-BE49-F238E27FC236}">
                <a16:creationId xmlns:a16="http://schemas.microsoft.com/office/drawing/2014/main" id="{08A94F65-F10B-464A-B233-0274DFED7D75}"/>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b="0">
                <a:solidFill>
                  <a:schemeClr val="tx1">
                    <a:lumMod val="50000"/>
                    <a:lumOff val="50000"/>
                  </a:schemeClr>
                </a:solidFill>
              </a:defRPr>
            </a:lvl1pPr>
          </a:lstStyle>
          <a:p>
            <a:pPr lvl="0"/>
            <a:r>
              <a:rPr lang="en-US"/>
              <a:t>Click to add subheading </a:t>
            </a:r>
          </a:p>
        </p:txBody>
      </p:sp>
      <p:sp>
        <p:nvSpPr>
          <p:cNvPr id="14" name="Text Placeholder 10">
            <a:extLst>
              <a:ext uri="{FF2B5EF4-FFF2-40B4-BE49-F238E27FC236}">
                <a16:creationId xmlns:a16="http://schemas.microsoft.com/office/drawing/2014/main" id="{A044809F-3A4A-6540-94E5-5E55948B3D16}"/>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graphicFrame>
        <p:nvGraphicFramePr>
          <p:cNvPr id="8" name="Object 7" hidden="1">
            <a:extLst>
              <a:ext uri="{FF2B5EF4-FFF2-40B4-BE49-F238E27FC236}">
                <a16:creationId xmlns:a16="http://schemas.microsoft.com/office/drawing/2014/main" id="{38EB71FC-797D-4AB7-BB52-584FC8E6BFB7}"/>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8" name="Object 7" hidden="1">
                        <a:extLst>
                          <a:ext uri="{FF2B5EF4-FFF2-40B4-BE49-F238E27FC236}">
                            <a16:creationId xmlns:a16="http://schemas.microsoft.com/office/drawing/2014/main" id="{38EB71FC-797D-4AB7-BB52-584FC8E6BFB7}"/>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DB3A0FCD-14D3-404B-B972-12411349C638}"/>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11" name="Picture 10" descr="A picture containing logo&#10;&#10;Description automatically generated">
            <a:extLst>
              <a:ext uri="{FF2B5EF4-FFF2-40B4-BE49-F238E27FC236}">
                <a16:creationId xmlns:a16="http://schemas.microsoft.com/office/drawing/2014/main" id="{1E07C5E7-8317-4903-9C52-CDF8DF184F1C}"/>
              </a:ext>
            </a:extLst>
          </p:cNvPr>
          <p:cNvPicPr>
            <a:picLocks noChangeAspect="1"/>
          </p:cNvPicPr>
          <p:nvPr userDrawn="1"/>
        </p:nvPicPr>
        <p:blipFill>
          <a:blip r:embed="rId6"/>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238073972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5_Title Only">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9" name="Holder 2">
            <a:extLst>
              <a:ext uri="{FF2B5EF4-FFF2-40B4-BE49-F238E27FC236}">
                <a16:creationId xmlns:a16="http://schemas.microsoft.com/office/drawing/2014/main" id="{129985E9-CDC2-6646-A7DD-6E888AC412E9}"/>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10" name="Text Placeholder 7">
            <a:extLst>
              <a:ext uri="{FF2B5EF4-FFF2-40B4-BE49-F238E27FC236}">
                <a16:creationId xmlns:a16="http://schemas.microsoft.com/office/drawing/2014/main" id="{39AC9CE5-5249-E146-9F02-A704FC5C6C5B}"/>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12" name="Text Placeholder 10">
            <a:extLst>
              <a:ext uri="{FF2B5EF4-FFF2-40B4-BE49-F238E27FC236}">
                <a16:creationId xmlns:a16="http://schemas.microsoft.com/office/drawing/2014/main" id="{F80652F8-AE47-EA4B-8708-F792B942BCB2}"/>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graphicFrame>
        <p:nvGraphicFramePr>
          <p:cNvPr id="6" name="Object 5" hidden="1">
            <a:extLst>
              <a:ext uri="{FF2B5EF4-FFF2-40B4-BE49-F238E27FC236}">
                <a16:creationId xmlns:a16="http://schemas.microsoft.com/office/drawing/2014/main" id="{990F53D0-7401-4E7E-A2C5-BD04B1150459}"/>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6" name="Object 5" hidden="1">
                        <a:extLst>
                          <a:ext uri="{FF2B5EF4-FFF2-40B4-BE49-F238E27FC236}">
                            <a16:creationId xmlns:a16="http://schemas.microsoft.com/office/drawing/2014/main" id="{990F53D0-7401-4E7E-A2C5-BD04B1150459}"/>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126676739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11_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graphicFrame>
        <p:nvGraphicFramePr>
          <p:cNvPr id="5" name="Object 4" hidden="1">
            <a:extLst>
              <a:ext uri="{FF2B5EF4-FFF2-40B4-BE49-F238E27FC236}">
                <a16:creationId xmlns:a16="http://schemas.microsoft.com/office/drawing/2014/main" id="{FAA6E623-AD8F-4732-966A-D26E05B22817}"/>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5" name="Object 4" hidden="1">
                        <a:extLst>
                          <a:ext uri="{FF2B5EF4-FFF2-40B4-BE49-F238E27FC236}">
                            <a16:creationId xmlns:a16="http://schemas.microsoft.com/office/drawing/2014/main" id="{FAA6E623-AD8F-4732-966A-D26E05B22817}"/>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8997301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6_Title Only">
    <p:bg>
      <p:bgPr>
        <a:solidFill>
          <a:schemeClr val="bg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p:nvSpPr>
        <p:spPr>
          <a:xfrm>
            <a:off x="0" y="0"/>
            <a:ext cx="9144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7" name="Rectangle 6">
            <a:extLst>
              <a:ext uri="{FF2B5EF4-FFF2-40B4-BE49-F238E27FC236}">
                <a16:creationId xmlns:a16="http://schemas.microsoft.com/office/drawing/2014/main" id="{1B41EE32-D785-4F45-9EEF-2036110C061A}"/>
              </a:ext>
            </a:extLst>
          </p:cNvPr>
          <p:cNvSpPr/>
          <p:nvPr userDrawn="1"/>
        </p:nvSpPr>
        <p:spPr>
          <a:xfrm>
            <a:off x="0" y="0"/>
            <a:ext cx="9144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hidden="1">
            <a:extLst>
              <a:ext uri="{FF2B5EF4-FFF2-40B4-BE49-F238E27FC236}">
                <a16:creationId xmlns:a16="http://schemas.microsoft.com/office/drawing/2014/main" id="{53D4964A-1E45-48C4-A81B-664FDD9AA117}"/>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10" name="Object 9" hidden="1">
                        <a:extLst>
                          <a:ext uri="{FF2B5EF4-FFF2-40B4-BE49-F238E27FC236}">
                            <a16:creationId xmlns:a16="http://schemas.microsoft.com/office/drawing/2014/main" id="{53D4964A-1E45-48C4-A81B-664FDD9AA117}"/>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235556513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2_Title Only">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5" y="2699252"/>
            <a:ext cx="6037115" cy="729748"/>
          </a:xfrm>
          <a:prstGeom prst="rect">
            <a:avLst/>
          </a:prstGeom>
        </p:spPr>
        <p:txBody>
          <a:bodyPr lIns="0" tIns="0" rIns="0" bIns="0" anchor="t">
            <a:noAutofit/>
          </a:bodyPr>
          <a:lstStyle>
            <a:lvl1pPr>
              <a:defRPr sz="5400" b="0" i="0">
                <a:solidFill>
                  <a:schemeClr val="bg1"/>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bg1"/>
                </a:solidFill>
              </a:defRPr>
            </a:lvl1pPr>
          </a:lstStyle>
          <a:p>
            <a:pPr lvl="0"/>
            <a:r>
              <a:rPr lang="en-US"/>
              <a:t>Click to add subheading </a:t>
            </a:r>
          </a:p>
        </p:txBody>
      </p:sp>
      <p:pic>
        <p:nvPicPr>
          <p:cNvPr id="7" name="Picture 6" descr="A picture containing logo&#10;&#10;Description automatically generated">
            <a:extLst>
              <a:ext uri="{FF2B5EF4-FFF2-40B4-BE49-F238E27FC236}">
                <a16:creationId xmlns:a16="http://schemas.microsoft.com/office/drawing/2014/main" id="{9E45923B-DF57-0F45-A748-57E41D3E2723}"/>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contrast="100000"/>
                    </a14:imgEffect>
                  </a14:imgLayer>
                </a14:imgProps>
              </a:ext>
            </a:extLst>
          </a:blip>
          <a:stretch>
            <a:fillRect/>
          </a:stretch>
        </p:blipFill>
        <p:spPr>
          <a:xfrm>
            <a:off x="11109093" y="6595385"/>
            <a:ext cx="740007" cy="110214"/>
          </a:xfrm>
          <a:prstGeom prst="rect">
            <a:avLst/>
          </a:prstGeom>
        </p:spPr>
      </p:pic>
      <p:graphicFrame>
        <p:nvGraphicFramePr>
          <p:cNvPr id="9" name="Object 8" hidden="1">
            <a:extLst>
              <a:ext uri="{FF2B5EF4-FFF2-40B4-BE49-F238E27FC236}">
                <a16:creationId xmlns:a16="http://schemas.microsoft.com/office/drawing/2014/main" id="{B029586A-4CC7-40C7-9D92-C201EEE35719}"/>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9" name="Object 8" hidden="1">
                        <a:extLst>
                          <a:ext uri="{FF2B5EF4-FFF2-40B4-BE49-F238E27FC236}">
                            <a16:creationId xmlns:a16="http://schemas.microsoft.com/office/drawing/2014/main" id="{B029586A-4CC7-40C7-9D92-C201EEE35719}"/>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pic>
        <p:nvPicPr>
          <p:cNvPr id="12" name="Picture 11" descr="A picture containing logo&#10;&#10;Description automatically generated">
            <a:extLst>
              <a:ext uri="{FF2B5EF4-FFF2-40B4-BE49-F238E27FC236}">
                <a16:creationId xmlns:a16="http://schemas.microsoft.com/office/drawing/2014/main" id="{DB1AF6EA-C66F-457B-9D01-2668F70BBD4E}"/>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contrast="100000"/>
                    </a14:imgEffect>
                  </a14:imgLayer>
                </a14:imgProps>
              </a:ext>
            </a:extLst>
          </a:blip>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422074329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7_Title Only">
    <p:bg>
      <p:bgPr>
        <a:solidFill>
          <a:schemeClr val="tx1">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p:nvSpPr>
        <p:spPr>
          <a:xfrm>
            <a:off x="0" y="0"/>
            <a:ext cx="94129" cy="68580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5A9C6CA0-E345-9B43-A270-012409DEE3E0}"/>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7" name="Rectangle 6">
            <a:extLst>
              <a:ext uri="{FF2B5EF4-FFF2-40B4-BE49-F238E27FC236}">
                <a16:creationId xmlns:a16="http://schemas.microsoft.com/office/drawing/2014/main" id="{C25D8143-4CEA-4549-947F-B1485BDE2530}"/>
              </a:ext>
            </a:extLst>
          </p:cNvPr>
          <p:cNvSpPr/>
          <p:nvPr userDrawn="1"/>
        </p:nvSpPr>
        <p:spPr>
          <a:xfrm>
            <a:off x="0" y="0"/>
            <a:ext cx="94129" cy="68580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hidden="1">
            <a:extLst>
              <a:ext uri="{FF2B5EF4-FFF2-40B4-BE49-F238E27FC236}">
                <a16:creationId xmlns:a16="http://schemas.microsoft.com/office/drawing/2014/main" id="{23E5A427-BBC7-4B71-932C-DD7D7BAD94C2}"/>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10" name="Object 9" hidden="1">
                        <a:extLst>
                          <a:ext uri="{FF2B5EF4-FFF2-40B4-BE49-F238E27FC236}">
                            <a16:creationId xmlns:a16="http://schemas.microsoft.com/office/drawing/2014/main" id="{23E5A427-BBC7-4B71-932C-DD7D7BAD94C2}"/>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225283866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13_Title Only">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2699252"/>
            <a:ext cx="4791076" cy="433913"/>
          </a:xfrm>
          <a:prstGeom prst="rect">
            <a:avLst/>
          </a:prstGeom>
        </p:spPr>
        <p:txBody>
          <a:bodyPr lIns="0" tIns="0" rIns="0" bIns="0" anchor="t">
            <a:noAutofit/>
          </a:bodyPr>
          <a:lstStyle>
            <a:lvl1pPr>
              <a:defRPr sz="54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3561921"/>
            <a:ext cx="4791075" cy="325829"/>
          </a:xfrm>
        </p:spPr>
        <p:txBody>
          <a:bodyPr tIns="0" rIns="0" bIns="0" anchor="t">
            <a:noAutofit/>
          </a:bodyPr>
          <a:lstStyle>
            <a:lvl1pPr>
              <a:lnSpc>
                <a:spcPct val="100000"/>
              </a:lnSpc>
              <a:buNone/>
              <a:defRPr sz="1600">
                <a:solidFill>
                  <a:schemeClr val="tx1"/>
                </a:solidFill>
              </a:defRPr>
            </a:lvl1pPr>
          </a:lstStyle>
          <a:p>
            <a:pPr lvl="0"/>
            <a:r>
              <a:rPr lang="en-US"/>
              <a:t>Click to add subheading </a:t>
            </a:r>
          </a:p>
        </p:txBody>
      </p:sp>
      <p:graphicFrame>
        <p:nvGraphicFramePr>
          <p:cNvPr id="5" name="Object 4" hidden="1">
            <a:extLst>
              <a:ext uri="{FF2B5EF4-FFF2-40B4-BE49-F238E27FC236}">
                <a16:creationId xmlns:a16="http://schemas.microsoft.com/office/drawing/2014/main" id="{6CCA80B1-25ED-4736-AB81-42E3BE38A135}"/>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5" name="Object 4" hidden="1">
                        <a:extLst>
                          <a:ext uri="{FF2B5EF4-FFF2-40B4-BE49-F238E27FC236}">
                            <a16:creationId xmlns:a16="http://schemas.microsoft.com/office/drawing/2014/main" id="{6CCA80B1-25ED-4736-AB81-42E3BE38A135}"/>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113515650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8_Title Only">
    <p:bg>
      <p:bgPr>
        <a:solidFill>
          <a:schemeClr val="accent2">
            <a:alpha val="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9AE0A1-3640-BD41-BA3F-8D263A9F6FC8}"/>
              </a:ext>
            </a:extLst>
          </p:cNvPr>
          <p:cNvSpPr/>
          <p:nvPr/>
        </p:nvSpPr>
        <p:spPr>
          <a:xfrm>
            <a:off x="0" y="0"/>
            <a:ext cx="9144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374836" y="709087"/>
            <a:ext cx="4791076" cy="433913"/>
          </a:xfrm>
          <a:prstGeom prst="rect">
            <a:avLst/>
          </a:prstGeom>
        </p:spPr>
        <p:txBody>
          <a:bodyPr lIns="0" tIns="0" rIns="0" bIns="0" anchor="t">
            <a:noAutofit/>
          </a:bodyPr>
          <a:lstStyle>
            <a:lvl1pPr>
              <a:defRPr sz="3200" b="0"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Title goes here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374837" y="1205701"/>
            <a:ext cx="4791075" cy="325829"/>
          </a:xfrm>
        </p:spPr>
        <p:txBody>
          <a:bodyPr tIns="0" rIns="0" bIns="0" anchor="t">
            <a:noAutofit/>
          </a:bodyPr>
          <a:lstStyle>
            <a:lvl1pPr>
              <a:lnSpc>
                <a:spcPct val="100000"/>
              </a:lnSpc>
              <a:buNone/>
              <a:defRPr sz="1600">
                <a:solidFill>
                  <a:schemeClr val="tx1">
                    <a:lumMod val="50000"/>
                    <a:lumOff val="50000"/>
                  </a:schemeClr>
                </a:solidFill>
              </a:defRPr>
            </a:lvl1pPr>
          </a:lstStyle>
          <a:p>
            <a:pPr lvl="0"/>
            <a:r>
              <a:rPr lang="en-US"/>
              <a:t>Click to add subheading </a:t>
            </a:r>
          </a:p>
        </p:txBody>
      </p:sp>
      <p:sp>
        <p:nvSpPr>
          <p:cNvPr id="9" name="Text Placeholder 10">
            <a:extLst>
              <a:ext uri="{FF2B5EF4-FFF2-40B4-BE49-F238E27FC236}">
                <a16:creationId xmlns:a16="http://schemas.microsoft.com/office/drawing/2014/main" id="{E50B91C7-4C36-5D4A-9207-8A2B1B2E9A53}"/>
              </a:ext>
            </a:extLst>
          </p:cNvPr>
          <p:cNvSpPr>
            <a:spLocks noGrp="1"/>
          </p:cNvSpPr>
          <p:nvPr>
            <p:ph type="body" sz="quarter" idx="10" hasCustomPrompt="1"/>
          </p:nvPr>
        </p:nvSpPr>
        <p:spPr>
          <a:xfrm>
            <a:off x="374836" y="419100"/>
            <a:ext cx="4791076" cy="227286"/>
          </a:xfrm>
          <a:prstGeom prst="rect">
            <a:avLst/>
          </a:prstGeom>
        </p:spPr>
        <p:txBody>
          <a:bodyPr lIns="0" anchor="ctr">
            <a:noAutofit/>
          </a:bodyPr>
          <a:lstStyle>
            <a:lvl1pPr algn="l">
              <a:buNone/>
              <a:defRPr sz="1100" b="0" i="0" spc="30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SECTION TITLE</a:t>
            </a:r>
          </a:p>
        </p:txBody>
      </p:sp>
      <p:sp>
        <p:nvSpPr>
          <p:cNvPr id="7" name="Rectangle 6">
            <a:extLst>
              <a:ext uri="{FF2B5EF4-FFF2-40B4-BE49-F238E27FC236}">
                <a16:creationId xmlns:a16="http://schemas.microsoft.com/office/drawing/2014/main" id="{59047BDC-FDDC-4899-A341-8227957F960F}"/>
              </a:ext>
            </a:extLst>
          </p:cNvPr>
          <p:cNvSpPr/>
          <p:nvPr userDrawn="1"/>
        </p:nvSpPr>
        <p:spPr>
          <a:xfrm>
            <a:off x="0" y="0"/>
            <a:ext cx="9144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hidden="1">
            <a:extLst>
              <a:ext uri="{FF2B5EF4-FFF2-40B4-BE49-F238E27FC236}">
                <a16:creationId xmlns:a16="http://schemas.microsoft.com/office/drawing/2014/main" id="{5AC57F75-5F1F-4C77-BA58-E8FEF1A06D67}"/>
              </a:ext>
            </a:extLst>
          </p:cNvPr>
          <p:cNvGraphicFramePr>
            <a:graphicFrameLocks noChangeAspect="1"/>
          </p:cNvGraphicFramePr>
          <p:nvPr userDrawn="1">
            <p:custDataLst>
              <p:tags r:id="rId2"/>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4" imgW="530" imgH="528" progId="TCLayout.ActiveDocument.1">
                  <p:embed/>
                </p:oleObj>
              </mc:Choice>
              <mc:Fallback>
                <p:oleObj name="think-cell Slide" r:id="rId4" imgW="530" imgH="528" progId="TCLayout.ActiveDocument.1">
                  <p:embed/>
                  <p:pic>
                    <p:nvPicPr>
                      <p:cNvPr id="10" name="Object 9" hidden="1">
                        <a:extLst>
                          <a:ext uri="{FF2B5EF4-FFF2-40B4-BE49-F238E27FC236}">
                            <a16:creationId xmlns:a16="http://schemas.microsoft.com/office/drawing/2014/main" id="{5AC57F75-5F1F-4C77-BA58-E8FEF1A06D67}"/>
                          </a:ext>
                        </a:extLst>
                      </p:cNvPr>
                      <p:cNvPicPr/>
                      <p:nvPr/>
                    </p:nvPicPr>
                    <p:blipFill>
                      <a:blip r:embed="rId5"/>
                      <a:stretch>
                        <a:fillRect/>
                      </a:stretch>
                    </p:blipFill>
                    <p:spPr>
                      <a:xfrm>
                        <a:off x="1514" y="1403"/>
                        <a:ext cx="1511" cy="1400"/>
                      </a:xfrm>
                      <a:prstGeom prst="rect">
                        <a:avLst/>
                      </a:prstGeom>
                    </p:spPr>
                  </p:pic>
                </p:oleObj>
              </mc:Fallback>
            </mc:AlternateContent>
          </a:graphicData>
        </a:graphic>
      </p:graphicFrame>
    </p:spTree>
    <p:extLst>
      <p:ext uri="{BB962C8B-B14F-4D97-AF65-F5344CB8AC3E}">
        <p14:creationId xmlns:p14="http://schemas.microsoft.com/office/powerpoint/2010/main" val="220419864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BackCov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75CA09-E16A-874F-A025-D263919BC7B7}"/>
              </a:ext>
            </a:extLst>
          </p:cNvPr>
          <p:cNvPicPr>
            <a:picLocks noChangeAspect="1"/>
          </p:cNvPicPr>
          <p:nvPr/>
        </p:nvPicPr>
        <p:blipFill>
          <a:blip r:embed="rId2" cstate="email">
            <a:alphaModFix/>
            <a:lum bright="100000" contrast="100000"/>
            <a:extLst>
              <a:ext uri="{28A0092B-C50C-407E-A947-70E740481C1C}">
                <a14:useLocalDpi xmlns:a14="http://schemas.microsoft.com/office/drawing/2010/main"/>
              </a:ext>
            </a:extLst>
          </a:blip>
          <a:stretch>
            <a:fillRect/>
          </a:stretch>
        </p:blipFill>
        <p:spPr>
          <a:xfrm>
            <a:off x="2995680" y="3107262"/>
            <a:ext cx="1389320" cy="643475"/>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A641A5D7-94A4-424A-8AE9-4543D8A7492D}"/>
              </a:ext>
            </a:extLst>
          </p:cNvPr>
          <p:cNvPicPr>
            <a:picLocks noChangeAspect="1"/>
          </p:cNvPicPr>
          <p:nvPr/>
        </p:nvPicPr>
        <p:blipFill>
          <a:blip r:embed="rId3">
            <a:alphaModFix/>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746310" y="3107262"/>
            <a:ext cx="1828800" cy="272374"/>
          </a:xfrm>
          <a:prstGeom prst="rect">
            <a:avLst/>
          </a:prstGeom>
        </p:spPr>
      </p:pic>
      <p:sp>
        <p:nvSpPr>
          <p:cNvPr id="6" name="Rectangle 5">
            <a:extLst>
              <a:ext uri="{FF2B5EF4-FFF2-40B4-BE49-F238E27FC236}">
                <a16:creationId xmlns:a16="http://schemas.microsoft.com/office/drawing/2014/main" id="{5A88DBF5-E7AE-6C4C-8F69-7A76B336974A}"/>
              </a:ext>
            </a:extLst>
          </p:cNvPr>
          <p:cNvSpPr/>
          <p:nvPr/>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8D9748C-09ED-487B-BB23-D79847D9F4E0}"/>
              </a:ext>
            </a:extLst>
          </p:cNvPr>
          <p:cNvPicPr>
            <a:picLocks noChangeAspect="1"/>
          </p:cNvPicPr>
          <p:nvPr userDrawn="1"/>
        </p:nvPicPr>
        <p:blipFill>
          <a:blip r:embed="rId2" cstate="email">
            <a:alphaModFix/>
            <a:lum bright="100000" contrast="100000"/>
            <a:extLst>
              <a:ext uri="{28A0092B-C50C-407E-A947-70E740481C1C}">
                <a14:useLocalDpi xmlns:a14="http://schemas.microsoft.com/office/drawing/2010/main"/>
              </a:ext>
            </a:extLst>
          </a:blip>
          <a:stretch>
            <a:fillRect/>
          </a:stretch>
        </p:blipFill>
        <p:spPr>
          <a:xfrm>
            <a:off x="2995680" y="3107262"/>
            <a:ext cx="1389320" cy="64347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5BB04C24-54C2-4BB1-BA2D-3F819D8D1980}"/>
              </a:ext>
            </a:extLst>
          </p:cNvPr>
          <p:cNvPicPr>
            <a:picLocks noChangeAspect="1"/>
          </p:cNvPicPr>
          <p:nvPr userDrawn="1"/>
        </p:nvPicPr>
        <p:blipFill>
          <a:blip r:embed="rId3">
            <a:alphaModFix/>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746310" y="3107262"/>
            <a:ext cx="1828800" cy="272374"/>
          </a:xfrm>
          <a:prstGeom prst="rect">
            <a:avLst/>
          </a:prstGeom>
        </p:spPr>
      </p:pic>
      <p:sp>
        <p:nvSpPr>
          <p:cNvPr id="9" name="Rectangle 8">
            <a:extLst>
              <a:ext uri="{FF2B5EF4-FFF2-40B4-BE49-F238E27FC236}">
                <a16:creationId xmlns:a16="http://schemas.microsoft.com/office/drawing/2014/main" id="{BEDDEAAB-A2F7-4E1D-88B0-4B83BBF369F9}"/>
              </a:ext>
            </a:extLst>
          </p:cNvPr>
          <p:cNvSpPr/>
          <p:nvPr userDrawn="1"/>
        </p:nvSpPr>
        <p:spPr>
          <a:xfrm>
            <a:off x="2318" y="6413678"/>
            <a:ext cx="12189682" cy="4399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719421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1_BackCover">
    <p:bg>
      <p:bgPr>
        <a:solidFill>
          <a:schemeClr val="bg2"/>
        </a:solidFill>
        <a:effectLst/>
      </p:bgPr>
    </p:bg>
    <p:spTree>
      <p:nvGrpSpPr>
        <p:cNvPr id="1" name=""/>
        <p:cNvGrpSpPr/>
        <p:nvPr/>
      </p:nvGrpSpPr>
      <p:grpSpPr>
        <a:xfrm>
          <a:off x="0" y="0"/>
          <a:ext cx="0" cy="0"/>
          <a:chOff x="0" y="0"/>
          <a:chExt cx="0" cy="0"/>
        </a:xfrm>
      </p:grpSpPr>
      <p:pic>
        <p:nvPicPr>
          <p:cNvPr id="5" name="Picture 4" descr="A picture containing shape&#10;&#10;Description automatically generated">
            <a:extLst>
              <a:ext uri="{FF2B5EF4-FFF2-40B4-BE49-F238E27FC236}">
                <a16:creationId xmlns:a16="http://schemas.microsoft.com/office/drawing/2014/main" id="{A641A5D7-94A4-424A-8AE9-4543D8A7492D}"/>
              </a:ext>
            </a:extLst>
          </p:cNvPr>
          <p:cNvPicPr>
            <a:picLocks noChangeAspect="1"/>
          </p:cNvPicPr>
          <p:nvPr/>
        </p:nvPicPr>
        <p:blipFill>
          <a:blip r:embed="rId2"/>
          <a:stretch>
            <a:fillRect/>
          </a:stretch>
        </p:blipFill>
        <p:spPr>
          <a:xfrm>
            <a:off x="746310" y="3107262"/>
            <a:ext cx="1828800" cy="272374"/>
          </a:xfrm>
          <a:prstGeom prst="rect">
            <a:avLst/>
          </a:prstGeom>
        </p:spPr>
      </p:pic>
      <p:sp>
        <p:nvSpPr>
          <p:cNvPr id="6" name="Rectangle 5">
            <a:extLst>
              <a:ext uri="{FF2B5EF4-FFF2-40B4-BE49-F238E27FC236}">
                <a16:creationId xmlns:a16="http://schemas.microsoft.com/office/drawing/2014/main" id="{CF212BFA-EC5C-FC43-AAA6-C2DCC3507490}"/>
              </a:ext>
            </a:extLst>
          </p:cNvPr>
          <p:cNvSpPr/>
          <p:nvPr/>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1C51F92-94FB-49FF-9259-971A80130F2B}"/>
              </a:ext>
            </a:extLst>
          </p:cNvPr>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2995680" y="3107262"/>
            <a:ext cx="1389320" cy="643475"/>
          </a:xfrm>
          <a:prstGeom prst="rect">
            <a:avLst/>
          </a:prstGeom>
        </p:spPr>
      </p:pic>
      <p:pic>
        <p:nvPicPr>
          <p:cNvPr id="7" name="Picture 6" descr="A picture containing shape&#10;&#10;Description automatically generated">
            <a:extLst>
              <a:ext uri="{FF2B5EF4-FFF2-40B4-BE49-F238E27FC236}">
                <a16:creationId xmlns:a16="http://schemas.microsoft.com/office/drawing/2014/main" id="{A687E9CA-81C7-46B9-99B5-3597A82EE9D9}"/>
              </a:ext>
            </a:extLst>
          </p:cNvPr>
          <p:cNvPicPr>
            <a:picLocks noChangeAspect="1"/>
          </p:cNvPicPr>
          <p:nvPr userDrawn="1"/>
        </p:nvPicPr>
        <p:blipFill>
          <a:blip r:embed="rId2"/>
          <a:stretch>
            <a:fillRect/>
          </a:stretch>
        </p:blipFill>
        <p:spPr>
          <a:xfrm>
            <a:off x="746310" y="3107262"/>
            <a:ext cx="1828800" cy="272374"/>
          </a:xfrm>
          <a:prstGeom prst="rect">
            <a:avLst/>
          </a:prstGeom>
        </p:spPr>
      </p:pic>
      <p:sp>
        <p:nvSpPr>
          <p:cNvPr id="8" name="Rectangle 7">
            <a:extLst>
              <a:ext uri="{FF2B5EF4-FFF2-40B4-BE49-F238E27FC236}">
                <a16:creationId xmlns:a16="http://schemas.microsoft.com/office/drawing/2014/main" id="{01DA420B-5F21-4042-B87F-F9997FEEDD18}"/>
              </a:ext>
            </a:extLst>
          </p:cNvPr>
          <p:cNvSpPr/>
          <p:nvPr userDrawn="1"/>
        </p:nvSpPr>
        <p:spPr>
          <a:xfrm>
            <a:off x="2318" y="6413678"/>
            <a:ext cx="12189682" cy="439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3775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Front Cover">
    <p:bg>
      <p:bgPr>
        <a:solidFill>
          <a:schemeClr val="bg2"/>
        </a:solidFill>
        <a:effectLst/>
      </p:bgPr>
    </p:bg>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21C539E1-A8B8-D44B-99F6-DB420FCED24F}"/>
              </a:ext>
            </a:extLst>
          </p:cNvPr>
          <p:cNvPicPr>
            <a:picLocks noChangeAspect="1"/>
          </p:cNvPicPr>
          <p:nvPr/>
        </p:nvPicPr>
        <p:blipFill>
          <a:blip r:embed="rId2"/>
          <a:stretch>
            <a:fillRect/>
          </a:stretch>
        </p:blipFill>
        <p:spPr>
          <a:xfrm>
            <a:off x="938084" y="2339340"/>
            <a:ext cx="1828800" cy="272374"/>
          </a:xfrm>
          <a:prstGeom prst="rect">
            <a:avLst/>
          </a:prstGeom>
        </p:spPr>
      </p:pic>
      <p:sp>
        <p:nvSpPr>
          <p:cNvPr id="11" name="Text Placeholder 7">
            <a:extLst>
              <a:ext uri="{FF2B5EF4-FFF2-40B4-BE49-F238E27FC236}">
                <a16:creationId xmlns:a16="http://schemas.microsoft.com/office/drawing/2014/main" id="{890632D7-2178-F048-8C96-05B98F6729A3}"/>
              </a:ext>
            </a:extLst>
          </p:cNvPr>
          <p:cNvSpPr>
            <a:spLocks noGrp="1"/>
          </p:cNvSpPr>
          <p:nvPr>
            <p:ph type="body" sz="quarter" idx="13" hasCustomPrompt="1"/>
          </p:nvPr>
        </p:nvSpPr>
        <p:spPr>
          <a:xfrm>
            <a:off x="4016758" y="2686478"/>
            <a:ext cx="6705600" cy="2138564"/>
          </a:xfrm>
        </p:spPr>
        <p:txBody>
          <a:bodyPr tIns="0" rIns="0" bIns="0">
            <a:noAutofit/>
          </a:bodyPr>
          <a:lstStyle>
            <a:lvl1pPr marL="0">
              <a:lnSpc>
                <a:spcPct val="80000"/>
              </a:lnSpc>
              <a:spcBef>
                <a:spcPts val="0"/>
              </a:spcBef>
              <a:buNone/>
              <a:defRPr sz="5400" b="0" i="0">
                <a:solidFill>
                  <a:schemeClr val="tx1"/>
                </a:solidFill>
                <a:latin typeface="Arial" panose="020B0604020202020204" pitchFamily="34" charset="0"/>
                <a:cs typeface="Arial" panose="020B0604020202020204" pitchFamily="34" charset="0"/>
              </a:defRPr>
            </a:lvl1pPr>
          </a:lstStyle>
          <a:p>
            <a:pPr lvl="0"/>
            <a:r>
              <a:rPr lang="en-US"/>
              <a:t>Click to edit title</a:t>
            </a:r>
          </a:p>
        </p:txBody>
      </p:sp>
      <p:sp>
        <p:nvSpPr>
          <p:cNvPr id="4" name="Text Placeholder 3">
            <a:extLst>
              <a:ext uri="{FF2B5EF4-FFF2-40B4-BE49-F238E27FC236}">
                <a16:creationId xmlns:a16="http://schemas.microsoft.com/office/drawing/2014/main" id="{7305E245-B706-4172-BBB6-FE1184DBF2DD}"/>
              </a:ext>
            </a:extLst>
          </p:cNvPr>
          <p:cNvSpPr>
            <a:spLocks noGrp="1"/>
          </p:cNvSpPr>
          <p:nvPr>
            <p:ph type="body" sz="quarter" idx="14" hasCustomPrompt="1"/>
          </p:nvPr>
        </p:nvSpPr>
        <p:spPr>
          <a:xfrm>
            <a:off x="4016758" y="4975225"/>
            <a:ext cx="6705600" cy="361650"/>
          </a:xfrm>
        </p:spPr>
        <p:txBody>
          <a:bodyPr rIns="0">
            <a:noAutofit/>
          </a:bodyPr>
          <a:lstStyle>
            <a:lvl1pPr marL="0" indent="0">
              <a:buNone/>
              <a:defRPr b="1"/>
            </a:lvl1pPr>
            <a:lvl2pPr marL="233362" indent="0">
              <a:buNone/>
              <a:defRPr/>
            </a:lvl2pPr>
            <a:lvl3pPr marL="455613" indent="0">
              <a:buNone/>
              <a:defRPr/>
            </a:lvl3pPr>
            <a:lvl4pPr marL="685800" indent="0">
              <a:buNone/>
              <a:defRPr/>
            </a:lvl4pPr>
            <a:lvl5pPr marL="914400" indent="0">
              <a:buNone/>
              <a:defRPr/>
            </a:lvl5pPr>
          </a:lstStyle>
          <a:p>
            <a:pPr lvl="0"/>
            <a:r>
              <a:rPr lang="en-US"/>
              <a:t>Click to enter date</a:t>
            </a:r>
          </a:p>
        </p:txBody>
      </p:sp>
      <p:sp>
        <p:nvSpPr>
          <p:cNvPr id="5" name="Rectangle 4">
            <a:extLst>
              <a:ext uri="{FF2B5EF4-FFF2-40B4-BE49-F238E27FC236}">
                <a16:creationId xmlns:a16="http://schemas.microsoft.com/office/drawing/2014/main" id="{C94160BD-7DD6-4C56-9C4B-FCFB98402175}"/>
              </a:ext>
            </a:extLst>
          </p:cNvPr>
          <p:cNvSpPr/>
          <p:nvPr/>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265F83-8470-4776-91AB-6A16651C0BA5}"/>
              </a:ext>
            </a:extLst>
          </p:cNvPr>
          <p:cNvSpPr txBox="1"/>
          <p:nvPr/>
        </p:nvSpPr>
        <p:spPr>
          <a:xfrm>
            <a:off x="3939396" y="2367852"/>
            <a:ext cx="6782962" cy="215350"/>
          </a:xfrm>
          <a:prstGeom prst="rect">
            <a:avLst/>
          </a:prstGeom>
          <a:noFill/>
        </p:spPr>
        <p:txBody>
          <a:bodyPr wrap="square" tIns="0" rtlCol="0">
            <a:noAutofit/>
          </a:bodyPr>
          <a:lstStyle/>
          <a:p>
            <a:pPr marL="173038" lvl="0" indent="-173038" algn="l" defTabSz="914400" rtl="0" eaLnBrk="1" latinLnBrk="0" hangingPunct="1">
              <a:lnSpc>
                <a:spcPct val="100000"/>
              </a:lnSpc>
              <a:spcBef>
                <a:spcPts val="600"/>
              </a:spcBef>
              <a:buFont typeface="Arial" panose="020B0604020202020204" pitchFamily="34" charset="0"/>
              <a:buNone/>
            </a:pPr>
            <a:r>
              <a:rPr lang="en-US" sz="1400" b="0" i="0" kern="1200" cap="all" spc="265" baseline="0">
                <a:solidFill>
                  <a:schemeClr val="bg1"/>
                </a:solidFill>
                <a:latin typeface="Arial" panose="020B0604020202020204" pitchFamily="34" charset="0"/>
                <a:ea typeface="Open Sans" panose="020B0606030504020204" pitchFamily="34" charset="0"/>
                <a:cs typeface="Arial" panose="020B0604020202020204" pitchFamily="34" charset="0"/>
              </a:rPr>
              <a:t>FBS TECH STACK</a:t>
            </a:r>
          </a:p>
        </p:txBody>
      </p:sp>
      <p:pic>
        <p:nvPicPr>
          <p:cNvPr id="8" name="Picture 7" descr="A picture containing shape&#10;&#10;Description automatically generated">
            <a:extLst>
              <a:ext uri="{FF2B5EF4-FFF2-40B4-BE49-F238E27FC236}">
                <a16:creationId xmlns:a16="http://schemas.microsoft.com/office/drawing/2014/main" id="{F754939A-19FD-4457-AE58-99ADD3868461}"/>
              </a:ext>
            </a:extLst>
          </p:cNvPr>
          <p:cNvPicPr>
            <a:picLocks noChangeAspect="1"/>
          </p:cNvPicPr>
          <p:nvPr userDrawn="1"/>
        </p:nvPicPr>
        <p:blipFill>
          <a:blip r:embed="rId2"/>
          <a:stretch>
            <a:fillRect/>
          </a:stretch>
        </p:blipFill>
        <p:spPr>
          <a:xfrm>
            <a:off x="938084" y="2339340"/>
            <a:ext cx="1828800" cy="272374"/>
          </a:xfrm>
          <a:prstGeom prst="rect">
            <a:avLst/>
          </a:prstGeom>
        </p:spPr>
      </p:pic>
      <p:sp>
        <p:nvSpPr>
          <p:cNvPr id="9" name="TextBox 8">
            <a:extLst>
              <a:ext uri="{FF2B5EF4-FFF2-40B4-BE49-F238E27FC236}">
                <a16:creationId xmlns:a16="http://schemas.microsoft.com/office/drawing/2014/main" id="{C473B76C-AD33-42C0-9B79-159BB2EA1DCD}"/>
              </a:ext>
            </a:extLst>
          </p:cNvPr>
          <p:cNvSpPr txBox="1"/>
          <p:nvPr userDrawn="1"/>
        </p:nvSpPr>
        <p:spPr>
          <a:xfrm>
            <a:off x="4016758" y="5411638"/>
            <a:ext cx="6705600" cy="276999"/>
          </a:xfrm>
          <a:prstGeom prst="rect">
            <a:avLst/>
          </a:prstGeom>
          <a:noFill/>
        </p:spPr>
        <p:txBody>
          <a:bodyPr wrap="square" lIns="0" rIns="0" rtlCol="0">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sz="1000" i="1">
                <a:solidFill>
                  <a:schemeClr val="tx1"/>
                </a:solidFill>
              </a:rPr>
              <a:t>Privileged and Confidential Attorney-Client Communication and/or Attorney Work Product</a:t>
            </a:r>
          </a:p>
        </p:txBody>
      </p:sp>
      <p:sp>
        <p:nvSpPr>
          <p:cNvPr id="12" name="Rectangle 11">
            <a:extLst>
              <a:ext uri="{FF2B5EF4-FFF2-40B4-BE49-F238E27FC236}">
                <a16:creationId xmlns:a16="http://schemas.microsoft.com/office/drawing/2014/main" id="{D57A623B-339C-4922-BE59-C2B6E3B8EEE4}"/>
              </a:ext>
            </a:extLst>
          </p:cNvPr>
          <p:cNvSpPr/>
          <p:nvPr userDrawn="1"/>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193957"/>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Agenda Dark">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428624" y="419100"/>
            <a:ext cx="4791076" cy="227286"/>
          </a:xfrm>
          <a:prstGeom prst="rect">
            <a:avLst/>
          </a:prstGeom>
        </p:spPr>
        <p:txBody>
          <a:bodyPr wrap="none" lIns="0" anchor="ctr">
            <a:noAutofit/>
          </a:bodyPr>
          <a:lstStyle>
            <a:lvl1pPr algn="l">
              <a:buNone/>
              <a:defRPr sz="1050" b="0" i="0" cap="all" spc="265" baseline="0">
                <a:solidFill>
                  <a:schemeClr val="bg1">
                    <a:lumMod val="85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breadcrumb</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11712" cy="433913"/>
          </a:xfrm>
          <a:prstGeom prst="rect">
            <a:avLst/>
          </a:prstGeom>
        </p:spPr>
        <p:txBody>
          <a:bodyPr lIns="0" tIns="0" rIns="0" bIns="0" anchor="t">
            <a:noAutofit/>
          </a:bodyPr>
          <a:lstStyle>
            <a:lvl1pPr>
              <a:defRPr sz="3200" b="1" i="0">
                <a:solidFill>
                  <a:schemeClr val="bg1"/>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
        <p:nvSpPr>
          <p:cNvPr id="4" name="Text Placeholder 3">
            <a:extLst>
              <a:ext uri="{FF2B5EF4-FFF2-40B4-BE49-F238E27FC236}">
                <a16:creationId xmlns:a16="http://schemas.microsoft.com/office/drawing/2014/main" id="{511CF886-7794-4CDE-9019-A3BBE69585E3}"/>
              </a:ext>
            </a:extLst>
          </p:cNvPr>
          <p:cNvSpPr>
            <a:spLocks noGrp="1"/>
          </p:cNvSpPr>
          <p:nvPr>
            <p:ph type="body" sz="quarter" idx="15" hasCustomPrompt="1"/>
          </p:nvPr>
        </p:nvSpPr>
        <p:spPr>
          <a:xfrm>
            <a:off x="428624" y="1364938"/>
            <a:ext cx="3269234" cy="498475"/>
          </a:xfrm>
        </p:spPr>
        <p:txBody>
          <a:bodyPr>
            <a:noAutofit/>
          </a:bodyPr>
          <a:lstStyle>
            <a:lvl1pPr marL="0" indent="0">
              <a:buNone/>
              <a:defRPr sz="1800" b="1">
                <a:solidFill>
                  <a:schemeClr val="accent1">
                    <a:lumMod val="50000"/>
                    <a:lumOff val="50000"/>
                  </a:schemeClr>
                </a:solidFill>
              </a:defRPr>
            </a:lvl1pPr>
            <a:lvl2pPr marL="457200" indent="0">
              <a:buNone/>
              <a:defRPr b="1">
                <a:solidFill>
                  <a:schemeClr val="accent1">
                    <a:lumMod val="50000"/>
                    <a:lumOff val="50000"/>
                  </a:schemeClr>
                </a:solidFill>
              </a:defRPr>
            </a:lvl2pPr>
            <a:lvl3pPr marL="914400" indent="0">
              <a:buNone/>
              <a:defRPr b="1">
                <a:solidFill>
                  <a:schemeClr val="accent1">
                    <a:lumMod val="50000"/>
                    <a:lumOff val="50000"/>
                  </a:schemeClr>
                </a:solidFill>
              </a:defRPr>
            </a:lvl3pPr>
            <a:lvl4pPr marL="1371600" indent="0">
              <a:buNone/>
              <a:defRPr b="1">
                <a:solidFill>
                  <a:schemeClr val="accent1">
                    <a:lumMod val="50000"/>
                    <a:lumOff val="50000"/>
                  </a:schemeClr>
                </a:solidFill>
              </a:defRPr>
            </a:lvl4pPr>
            <a:lvl5pPr marL="1828800" indent="0">
              <a:buNone/>
              <a:defRPr b="1">
                <a:solidFill>
                  <a:schemeClr val="accent1">
                    <a:lumMod val="50000"/>
                    <a:lumOff val="50000"/>
                  </a:schemeClr>
                </a:solidFill>
              </a:defRPr>
            </a:lvl5pPr>
          </a:lstStyle>
          <a:p>
            <a:pPr lvl="0"/>
            <a:r>
              <a:rPr lang="en-US"/>
              <a:t>Agenda</a:t>
            </a:r>
          </a:p>
        </p:txBody>
      </p:sp>
      <p:sp>
        <p:nvSpPr>
          <p:cNvPr id="9" name="Text Placeholder 3">
            <a:extLst>
              <a:ext uri="{FF2B5EF4-FFF2-40B4-BE49-F238E27FC236}">
                <a16:creationId xmlns:a16="http://schemas.microsoft.com/office/drawing/2014/main" id="{5707780E-D706-4CC6-BA48-93273B39928B}"/>
              </a:ext>
            </a:extLst>
          </p:cNvPr>
          <p:cNvSpPr>
            <a:spLocks noGrp="1"/>
          </p:cNvSpPr>
          <p:nvPr>
            <p:ph type="body" sz="quarter" idx="16"/>
          </p:nvPr>
        </p:nvSpPr>
        <p:spPr>
          <a:xfrm>
            <a:off x="428623" y="1882897"/>
            <a:ext cx="3269234" cy="4389120"/>
          </a:xfrm>
        </p:spPr>
        <p:txBody>
          <a:bodyPr>
            <a:noAutofit/>
          </a:bodyPr>
          <a:lstStyle>
            <a:lvl1pPr marL="342900" indent="-342900" algn="l" defTabSz="806867" rtl="0" fontAlgn="base">
              <a:lnSpc>
                <a:spcPct val="110000"/>
              </a:lnSpc>
              <a:spcBef>
                <a:spcPct val="0"/>
              </a:spcBef>
              <a:spcAft>
                <a:spcPts val="1200"/>
              </a:spcAft>
              <a:buClr>
                <a:schemeClr val="accent1">
                  <a:lumMod val="50000"/>
                  <a:lumOff val="50000"/>
                </a:schemeClr>
              </a:buClr>
              <a:buFont typeface="+mj-lt"/>
              <a:buAutoNum type="arabicPeriod"/>
              <a:defRPr lang="en-US" sz="1400" kern="0" dirty="0">
                <a:solidFill>
                  <a:schemeClr val="bg1"/>
                </a:solidFill>
                <a:latin typeface="Arial" panose="020B0604020202020204" pitchFamily="34" charset="0"/>
                <a:ea typeface="Open Sans Light" panose="020B0306030504020204" pitchFamily="34" charset="0"/>
                <a:cs typeface="Arial" panose="020B0604020202020204" pitchFamily="34" charset="0"/>
              </a:defRPr>
            </a:lvl1pPr>
            <a:lvl2pPr marL="457200" indent="0">
              <a:buNone/>
              <a:defRPr b="1">
                <a:solidFill>
                  <a:schemeClr val="accent1">
                    <a:lumMod val="50000"/>
                    <a:lumOff val="50000"/>
                  </a:schemeClr>
                </a:solidFill>
              </a:defRPr>
            </a:lvl2pPr>
            <a:lvl3pPr marL="914400" indent="0">
              <a:buNone/>
              <a:defRPr b="1">
                <a:solidFill>
                  <a:schemeClr val="accent1">
                    <a:lumMod val="50000"/>
                    <a:lumOff val="50000"/>
                  </a:schemeClr>
                </a:solidFill>
              </a:defRPr>
            </a:lvl3pPr>
            <a:lvl4pPr marL="1371600" indent="0">
              <a:buNone/>
              <a:defRPr b="1">
                <a:solidFill>
                  <a:schemeClr val="accent1">
                    <a:lumMod val="50000"/>
                    <a:lumOff val="50000"/>
                  </a:schemeClr>
                </a:solidFill>
              </a:defRPr>
            </a:lvl4pPr>
            <a:lvl5pPr marL="1828800" indent="0">
              <a:buNone/>
              <a:defRPr b="1">
                <a:solidFill>
                  <a:schemeClr val="accent1">
                    <a:lumMod val="50000"/>
                    <a:lumOff val="50000"/>
                  </a:schemeClr>
                </a:solidFill>
              </a:defRPr>
            </a:lvl5pPr>
          </a:lstStyle>
          <a:p>
            <a:pPr lvl="0"/>
            <a:r>
              <a:rPr lang="en-US"/>
              <a:t>Click to edit Master text styles</a:t>
            </a:r>
          </a:p>
        </p:txBody>
      </p:sp>
      <p:cxnSp>
        <p:nvCxnSpPr>
          <p:cNvPr id="6" name="Straight Connector 5">
            <a:extLst>
              <a:ext uri="{FF2B5EF4-FFF2-40B4-BE49-F238E27FC236}">
                <a16:creationId xmlns:a16="http://schemas.microsoft.com/office/drawing/2014/main" id="{8E1C29BE-87AC-4EE7-8DD8-D4E3ED3F9B41}"/>
              </a:ext>
            </a:extLst>
          </p:cNvPr>
          <p:cNvCxnSpPr>
            <a:cxnSpLocks/>
          </p:cNvCxnSpPr>
          <p:nvPr/>
        </p:nvCxnSpPr>
        <p:spPr>
          <a:xfrm>
            <a:off x="4098860" y="1364938"/>
            <a:ext cx="0" cy="4908839"/>
          </a:xfrm>
          <a:prstGeom prst="line">
            <a:avLst/>
          </a:prstGeom>
          <a:ln>
            <a:solidFill>
              <a:schemeClr val="accent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8E497A29-C004-4EB1-8A17-2EB078EB5BB8}"/>
              </a:ext>
            </a:extLst>
          </p:cNvPr>
          <p:cNvSpPr>
            <a:spLocks noGrp="1"/>
          </p:cNvSpPr>
          <p:nvPr>
            <p:ph type="body" sz="quarter" idx="17" hasCustomPrompt="1"/>
          </p:nvPr>
        </p:nvSpPr>
        <p:spPr>
          <a:xfrm>
            <a:off x="4499863" y="1364938"/>
            <a:ext cx="3269234" cy="498475"/>
          </a:xfrm>
        </p:spPr>
        <p:txBody>
          <a:bodyPr>
            <a:noAutofit/>
          </a:bodyPr>
          <a:lstStyle>
            <a:lvl1pPr marL="0" indent="0">
              <a:buNone/>
              <a:defRPr sz="1800" b="1">
                <a:solidFill>
                  <a:schemeClr val="accent1">
                    <a:lumMod val="50000"/>
                    <a:lumOff val="50000"/>
                  </a:schemeClr>
                </a:solidFill>
              </a:defRPr>
            </a:lvl1pPr>
            <a:lvl2pPr marL="457200" indent="0">
              <a:buNone/>
              <a:defRPr b="1">
                <a:solidFill>
                  <a:schemeClr val="accent1">
                    <a:lumMod val="50000"/>
                    <a:lumOff val="50000"/>
                  </a:schemeClr>
                </a:solidFill>
              </a:defRPr>
            </a:lvl2pPr>
            <a:lvl3pPr marL="914400" indent="0">
              <a:buNone/>
              <a:defRPr b="1">
                <a:solidFill>
                  <a:schemeClr val="accent1">
                    <a:lumMod val="50000"/>
                    <a:lumOff val="50000"/>
                  </a:schemeClr>
                </a:solidFill>
              </a:defRPr>
            </a:lvl3pPr>
            <a:lvl4pPr marL="1371600" indent="0">
              <a:buNone/>
              <a:defRPr b="1">
                <a:solidFill>
                  <a:schemeClr val="accent1">
                    <a:lumMod val="50000"/>
                    <a:lumOff val="50000"/>
                  </a:schemeClr>
                </a:solidFill>
              </a:defRPr>
            </a:lvl4pPr>
            <a:lvl5pPr marL="1828800" indent="0">
              <a:buNone/>
              <a:defRPr b="1">
                <a:solidFill>
                  <a:schemeClr val="accent1">
                    <a:lumMod val="50000"/>
                    <a:lumOff val="50000"/>
                  </a:schemeClr>
                </a:solidFill>
              </a:defRPr>
            </a:lvl5pPr>
          </a:lstStyle>
          <a:p>
            <a:pPr lvl="0"/>
            <a:r>
              <a:rPr lang="en-US"/>
              <a:t>Outcomes</a:t>
            </a:r>
          </a:p>
        </p:txBody>
      </p:sp>
      <p:sp>
        <p:nvSpPr>
          <p:cNvPr id="27" name="Text Placeholder 3">
            <a:extLst>
              <a:ext uri="{FF2B5EF4-FFF2-40B4-BE49-F238E27FC236}">
                <a16:creationId xmlns:a16="http://schemas.microsoft.com/office/drawing/2014/main" id="{6EFAAC1D-C7F8-4099-941C-AF90CB0FA838}"/>
              </a:ext>
            </a:extLst>
          </p:cNvPr>
          <p:cNvSpPr>
            <a:spLocks noGrp="1"/>
          </p:cNvSpPr>
          <p:nvPr>
            <p:ph type="body" sz="quarter" idx="18"/>
          </p:nvPr>
        </p:nvSpPr>
        <p:spPr>
          <a:xfrm>
            <a:off x="4499863" y="1882897"/>
            <a:ext cx="3269234" cy="4389120"/>
          </a:xfrm>
        </p:spPr>
        <p:txBody>
          <a:bodyPr>
            <a:noAutofit/>
          </a:bodyPr>
          <a:lstStyle>
            <a:lvl1pPr marL="342900" indent="-342900" algn="l" defTabSz="806867" rtl="0" fontAlgn="base">
              <a:lnSpc>
                <a:spcPct val="110000"/>
              </a:lnSpc>
              <a:spcBef>
                <a:spcPct val="0"/>
              </a:spcBef>
              <a:spcAft>
                <a:spcPts val="1200"/>
              </a:spcAft>
              <a:buClr>
                <a:schemeClr val="accent1">
                  <a:lumMod val="50000"/>
                  <a:lumOff val="50000"/>
                </a:schemeClr>
              </a:buClr>
              <a:buFont typeface="Arial" panose="020B0604020202020204" pitchFamily="34" charset="0"/>
              <a:buChar char="•"/>
              <a:defRPr lang="en-US" sz="1400" kern="0" dirty="0">
                <a:solidFill>
                  <a:schemeClr val="bg1"/>
                </a:solidFill>
                <a:latin typeface="Arial" panose="020B0604020202020204" pitchFamily="34" charset="0"/>
                <a:ea typeface="Open Sans Light" panose="020B0306030504020204" pitchFamily="34" charset="0"/>
                <a:cs typeface="Arial" panose="020B0604020202020204" pitchFamily="34" charset="0"/>
              </a:defRPr>
            </a:lvl1pPr>
            <a:lvl2pPr marL="457200" indent="0">
              <a:buNone/>
              <a:defRPr b="1">
                <a:solidFill>
                  <a:schemeClr val="accent1">
                    <a:lumMod val="50000"/>
                    <a:lumOff val="50000"/>
                  </a:schemeClr>
                </a:solidFill>
              </a:defRPr>
            </a:lvl2pPr>
            <a:lvl3pPr marL="914400" indent="0">
              <a:buNone/>
              <a:defRPr b="1">
                <a:solidFill>
                  <a:schemeClr val="accent1">
                    <a:lumMod val="50000"/>
                    <a:lumOff val="50000"/>
                  </a:schemeClr>
                </a:solidFill>
              </a:defRPr>
            </a:lvl3pPr>
            <a:lvl4pPr marL="1371600" indent="0">
              <a:buNone/>
              <a:defRPr b="1">
                <a:solidFill>
                  <a:schemeClr val="accent1">
                    <a:lumMod val="50000"/>
                    <a:lumOff val="50000"/>
                  </a:schemeClr>
                </a:solidFill>
              </a:defRPr>
            </a:lvl4pPr>
            <a:lvl5pPr marL="1828800" indent="0">
              <a:buNone/>
              <a:defRPr b="1">
                <a:solidFill>
                  <a:schemeClr val="accent1">
                    <a:lumMod val="50000"/>
                    <a:lumOff val="50000"/>
                  </a:schemeClr>
                </a:solidFill>
              </a:defRPr>
            </a:lvl5pPr>
          </a:lstStyle>
          <a:p>
            <a:pPr lvl="0"/>
            <a:r>
              <a:rPr lang="en-US"/>
              <a:t>Click to edit Master text styles</a:t>
            </a:r>
          </a:p>
        </p:txBody>
      </p:sp>
      <p:cxnSp>
        <p:nvCxnSpPr>
          <p:cNvPr id="28" name="Straight Connector 27">
            <a:extLst>
              <a:ext uri="{FF2B5EF4-FFF2-40B4-BE49-F238E27FC236}">
                <a16:creationId xmlns:a16="http://schemas.microsoft.com/office/drawing/2014/main" id="{465A6AC2-74FF-4405-B4DA-B3066A472CD0}"/>
              </a:ext>
            </a:extLst>
          </p:cNvPr>
          <p:cNvCxnSpPr>
            <a:cxnSpLocks/>
          </p:cNvCxnSpPr>
          <p:nvPr/>
        </p:nvCxnSpPr>
        <p:spPr>
          <a:xfrm>
            <a:off x="8170100" y="1364938"/>
            <a:ext cx="0" cy="4908839"/>
          </a:xfrm>
          <a:prstGeom prst="line">
            <a:avLst/>
          </a:prstGeom>
          <a:ln>
            <a:solidFill>
              <a:schemeClr val="accent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D704313E-B86D-49B9-9A25-7818390E8A2C}"/>
              </a:ext>
            </a:extLst>
          </p:cNvPr>
          <p:cNvSpPr>
            <a:spLocks noGrp="1"/>
          </p:cNvSpPr>
          <p:nvPr>
            <p:ph type="body" sz="quarter" idx="19" hasCustomPrompt="1"/>
          </p:nvPr>
        </p:nvSpPr>
        <p:spPr>
          <a:xfrm>
            <a:off x="8571103" y="1364938"/>
            <a:ext cx="3269234" cy="498475"/>
          </a:xfrm>
        </p:spPr>
        <p:txBody>
          <a:bodyPr>
            <a:noAutofit/>
          </a:bodyPr>
          <a:lstStyle>
            <a:lvl1pPr marL="0" indent="0">
              <a:buNone/>
              <a:defRPr sz="1800" b="1">
                <a:solidFill>
                  <a:schemeClr val="accent1">
                    <a:lumMod val="50000"/>
                    <a:lumOff val="50000"/>
                  </a:schemeClr>
                </a:solidFill>
              </a:defRPr>
            </a:lvl1pPr>
            <a:lvl2pPr marL="457200" indent="0">
              <a:buNone/>
              <a:defRPr b="1">
                <a:solidFill>
                  <a:schemeClr val="accent1">
                    <a:lumMod val="50000"/>
                    <a:lumOff val="50000"/>
                  </a:schemeClr>
                </a:solidFill>
              </a:defRPr>
            </a:lvl2pPr>
            <a:lvl3pPr marL="914400" indent="0">
              <a:buNone/>
              <a:defRPr b="1">
                <a:solidFill>
                  <a:schemeClr val="accent1">
                    <a:lumMod val="50000"/>
                    <a:lumOff val="50000"/>
                  </a:schemeClr>
                </a:solidFill>
              </a:defRPr>
            </a:lvl3pPr>
            <a:lvl4pPr marL="1371600" indent="0">
              <a:buNone/>
              <a:defRPr b="1">
                <a:solidFill>
                  <a:schemeClr val="accent1">
                    <a:lumMod val="50000"/>
                    <a:lumOff val="50000"/>
                  </a:schemeClr>
                </a:solidFill>
              </a:defRPr>
            </a:lvl4pPr>
            <a:lvl5pPr marL="1828800" indent="0">
              <a:buNone/>
              <a:defRPr b="1">
                <a:solidFill>
                  <a:schemeClr val="accent1">
                    <a:lumMod val="50000"/>
                    <a:lumOff val="50000"/>
                  </a:schemeClr>
                </a:solidFill>
              </a:defRPr>
            </a:lvl5pPr>
          </a:lstStyle>
          <a:p>
            <a:pPr lvl="0"/>
            <a:r>
              <a:rPr lang="en-US"/>
              <a:t>Key Attendees</a:t>
            </a:r>
          </a:p>
        </p:txBody>
      </p:sp>
      <p:sp>
        <p:nvSpPr>
          <p:cNvPr id="30" name="Text Placeholder 3">
            <a:extLst>
              <a:ext uri="{FF2B5EF4-FFF2-40B4-BE49-F238E27FC236}">
                <a16:creationId xmlns:a16="http://schemas.microsoft.com/office/drawing/2014/main" id="{4CB5C661-5BA1-4046-A13E-59ED45145E8A}"/>
              </a:ext>
            </a:extLst>
          </p:cNvPr>
          <p:cNvSpPr>
            <a:spLocks noGrp="1"/>
          </p:cNvSpPr>
          <p:nvPr>
            <p:ph type="body" sz="quarter" idx="20"/>
          </p:nvPr>
        </p:nvSpPr>
        <p:spPr>
          <a:xfrm>
            <a:off x="8571102" y="1882897"/>
            <a:ext cx="3269234" cy="4389120"/>
          </a:xfrm>
        </p:spPr>
        <p:txBody>
          <a:bodyPr>
            <a:noAutofit/>
          </a:bodyPr>
          <a:lstStyle>
            <a:lvl1pPr marL="285750" indent="-285750" algn="l" defTabSz="806867" rtl="0" fontAlgn="base">
              <a:lnSpc>
                <a:spcPct val="110000"/>
              </a:lnSpc>
              <a:spcBef>
                <a:spcPct val="0"/>
              </a:spcBef>
              <a:spcAft>
                <a:spcPts val="1200"/>
              </a:spcAft>
              <a:buClr>
                <a:schemeClr val="accent1">
                  <a:lumMod val="50000"/>
                  <a:lumOff val="50000"/>
                </a:schemeClr>
              </a:buClr>
              <a:buFont typeface="Arial" panose="020B0604020202020204" pitchFamily="34" charset="0"/>
              <a:buChar char="•"/>
              <a:defRPr lang="en-US" sz="1400" kern="0" dirty="0">
                <a:solidFill>
                  <a:schemeClr val="bg1"/>
                </a:solidFill>
                <a:latin typeface="Arial" panose="020B0604020202020204" pitchFamily="34" charset="0"/>
                <a:ea typeface="Open Sans Light" panose="020B0306030504020204" pitchFamily="34" charset="0"/>
                <a:cs typeface="Arial" panose="020B0604020202020204" pitchFamily="34" charset="0"/>
              </a:defRPr>
            </a:lvl1pPr>
            <a:lvl2pPr marL="457200" indent="0">
              <a:buNone/>
              <a:defRPr b="1">
                <a:solidFill>
                  <a:schemeClr val="accent1">
                    <a:lumMod val="50000"/>
                    <a:lumOff val="50000"/>
                  </a:schemeClr>
                </a:solidFill>
              </a:defRPr>
            </a:lvl2pPr>
            <a:lvl3pPr marL="914400" indent="0">
              <a:buNone/>
              <a:defRPr b="1">
                <a:solidFill>
                  <a:schemeClr val="accent1">
                    <a:lumMod val="50000"/>
                    <a:lumOff val="50000"/>
                  </a:schemeClr>
                </a:solidFill>
              </a:defRPr>
            </a:lvl3pPr>
            <a:lvl4pPr marL="1371600" indent="0">
              <a:buNone/>
              <a:defRPr b="1">
                <a:solidFill>
                  <a:schemeClr val="accent1">
                    <a:lumMod val="50000"/>
                    <a:lumOff val="50000"/>
                  </a:schemeClr>
                </a:solidFill>
              </a:defRPr>
            </a:lvl4pPr>
            <a:lvl5pPr marL="1828800" indent="0">
              <a:buNone/>
              <a:defRPr b="1">
                <a:solidFill>
                  <a:schemeClr val="accent1">
                    <a:lumMod val="50000"/>
                    <a:lumOff val="50000"/>
                  </a:schemeClr>
                </a:solidFill>
              </a:defRPr>
            </a:lvl5pPr>
          </a:lstStyle>
          <a:p>
            <a:pPr lvl="0"/>
            <a:r>
              <a:rPr lang="en-US"/>
              <a:t>Click to edit Master text styles</a:t>
            </a:r>
          </a:p>
        </p:txBody>
      </p:sp>
    </p:spTree>
    <p:extLst>
      <p:ext uri="{BB962C8B-B14F-4D97-AF65-F5344CB8AC3E}">
        <p14:creationId xmlns:p14="http://schemas.microsoft.com/office/powerpoint/2010/main" val="3830238509"/>
      </p:ext>
    </p:extLst>
  </p:cSld>
  <p:clrMapOvr>
    <a:masterClrMapping/>
  </p:clrMapOvr>
  <p:hf hdr="0" ftr="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428624" y="419100"/>
            <a:ext cx="4791076" cy="227286"/>
          </a:xfrm>
          <a:prstGeom prst="rect">
            <a:avLst/>
          </a:prstGeom>
        </p:spPr>
        <p:txBody>
          <a:bodyPr wrap="none" lIns="0" anchor="ctr">
            <a:noAutofit/>
          </a:bodyPr>
          <a:lstStyle>
            <a:lvl1pPr algn="l">
              <a:buNone/>
              <a:defRPr sz="1050" b="0" i="0" cap="all" spc="265" baseline="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breadcrumb</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07823" cy="433913"/>
          </a:xfrm>
          <a:prstGeom prst="rect">
            <a:avLst/>
          </a:prstGeom>
        </p:spPr>
        <p:txBody>
          <a:bodyPr lIns="0" tIns="0" rIns="0" bIns="0" anchor="t">
            <a:noAutofit/>
          </a:bodyPr>
          <a:lstStyle>
            <a:lvl1pPr>
              <a:defRPr sz="3200" b="1"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428625" y="1205701"/>
            <a:ext cx="11407822" cy="325829"/>
          </a:xfrm>
        </p:spPr>
        <p:txBody>
          <a:bodyPr tIns="0" rIns="0" bIns="0" anchor="t">
            <a:noAutofit/>
          </a:bodyPr>
          <a:lstStyle>
            <a:lvl1pPr marL="0" indent="0">
              <a:lnSpc>
                <a:spcPct val="100000"/>
              </a:lnSpc>
              <a:buNone/>
              <a:defRPr sz="1600">
                <a:solidFill>
                  <a:schemeClr val="tx1">
                    <a:lumMod val="50000"/>
                    <a:lumOff val="50000"/>
                  </a:schemeClr>
                </a:solidFill>
              </a:defRPr>
            </a:lvl1pPr>
          </a:lstStyle>
          <a:p>
            <a:pPr lvl="0"/>
            <a:r>
              <a:rPr lang="en-US"/>
              <a:t>Click to edit subheading </a:t>
            </a:r>
          </a:p>
        </p:txBody>
      </p:sp>
    </p:spTree>
    <p:extLst>
      <p:ext uri="{BB962C8B-B14F-4D97-AF65-F5344CB8AC3E}">
        <p14:creationId xmlns:p14="http://schemas.microsoft.com/office/powerpoint/2010/main" val="1846081514"/>
      </p:ext>
    </p:extLst>
  </p:cSld>
  <p:clrMapOvr>
    <a:masterClrMapping/>
  </p:clrMapOvr>
  <p:hf hdr="0" ftr="0"/>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amp; Breadcrumb">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7" name="Text Placeholder 10">
            <a:extLst>
              <a:ext uri="{FF2B5EF4-FFF2-40B4-BE49-F238E27FC236}">
                <a16:creationId xmlns:a16="http://schemas.microsoft.com/office/drawing/2014/main" id="{DB23CBD1-0B07-B946-A187-8350A4DB1374}"/>
              </a:ext>
            </a:extLst>
          </p:cNvPr>
          <p:cNvSpPr>
            <a:spLocks noGrp="1"/>
          </p:cNvSpPr>
          <p:nvPr>
            <p:ph type="body" sz="quarter" idx="10" hasCustomPrompt="1"/>
          </p:nvPr>
        </p:nvSpPr>
        <p:spPr>
          <a:xfrm>
            <a:off x="428624" y="419100"/>
            <a:ext cx="4791076" cy="227286"/>
          </a:xfrm>
          <a:prstGeom prst="rect">
            <a:avLst/>
          </a:prstGeom>
        </p:spPr>
        <p:txBody>
          <a:bodyPr wrap="none" lIns="0" anchor="ctr">
            <a:noAutofit/>
          </a:bodyPr>
          <a:lstStyle>
            <a:lvl1pPr algn="l">
              <a:buNone/>
              <a:defRPr sz="1050" b="0" i="0" cap="all" spc="265" baseline="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breadcrumb</a:t>
            </a:r>
          </a:p>
        </p:txBody>
      </p:sp>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07823" cy="433913"/>
          </a:xfrm>
          <a:prstGeom prst="rect">
            <a:avLst/>
          </a:prstGeom>
        </p:spPr>
        <p:txBody>
          <a:bodyPr lIns="0" tIns="0" rIns="0" bIns="0" anchor="t">
            <a:noAutofit/>
          </a:bodyPr>
          <a:lstStyle>
            <a:lvl1pPr>
              <a:defRPr sz="3200" b="1"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Tree>
    <p:extLst>
      <p:ext uri="{BB962C8B-B14F-4D97-AF65-F5344CB8AC3E}">
        <p14:creationId xmlns:p14="http://schemas.microsoft.com/office/powerpoint/2010/main" val="2765625906"/>
      </p:ext>
    </p:extLst>
  </p:cSld>
  <p:clrMapOvr>
    <a:masterClrMapping/>
  </p:clrMapOvr>
  <p:hf hdr="0" ftr="0"/>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07823" cy="433913"/>
          </a:xfrm>
          <a:prstGeom prst="rect">
            <a:avLst/>
          </a:prstGeom>
        </p:spPr>
        <p:txBody>
          <a:bodyPr lIns="0" tIns="0" rIns="0" bIns="0" anchor="t">
            <a:noAutofit/>
          </a:bodyPr>
          <a:lstStyle>
            <a:lvl1pPr>
              <a:defRPr sz="3200" b="1"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Tree>
    <p:extLst>
      <p:ext uri="{BB962C8B-B14F-4D97-AF65-F5344CB8AC3E}">
        <p14:creationId xmlns:p14="http://schemas.microsoft.com/office/powerpoint/2010/main" val="3146548746"/>
      </p:ext>
    </p:extLst>
  </p:cSld>
  <p:clrMapOvr>
    <a:masterClrMapping/>
  </p:clrMapOvr>
  <p:hf hdr="0" ftr="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Appendix Break">
    <p:bg>
      <p:bgPr>
        <a:solidFill>
          <a:schemeClr val="bg2">
            <a:alpha val="99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507853-6FCD-4C98-A526-28FA8007C01E}"/>
              </a:ext>
            </a:extLst>
          </p:cNvPr>
          <p:cNvSpPr/>
          <p:nvPr/>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DDFF034-A672-467F-A278-40C7E867EB83}"/>
              </a:ext>
            </a:extLst>
          </p:cNvPr>
          <p:cNvSpPr txBox="1"/>
          <p:nvPr/>
        </p:nvSpPr>
        <p:spPr>
          <a:xfrm>
            <a:off x="428624" y="2967335"/>
            <a:ext cx="7104785" cy="923330"/>
          </a:xfrm>
          <a:prstGeom prst="rect">
            <a:avLst/>
          </a:prstGeom>
          <a:noFill/>
        </p:spPr>
        <p:txBody>
          <a:bodyPr wrap="square" lIns="0" rIns="0" rtlCol="0">
            <a:spAutoFit/>
          </a:bodyPr>
          <a:lstStyle/>
          <a:p>
            <a:r>
              <a:rPr lang="en-US" sz="5400"/>
              <a:t>Appendix</a:t>
            </a:r>
          </a:p>
        </p:txBody>
      </p:sp>
    </p:spTree>
    <p:extLst>
      <p:ext uri="{BB962C8B-B14F-4D97-AF65-F5344CB8AC3E}">
        <p14:creationId xmlns:p14="http://schemas.microsoft.com/office/powerpoint/2010/main" val="354692778"/>
      </p:ext>
    </p:extLst>
  </p:cSld>
  <p:clrMapOvr>
    <a:masterClrMapping/>
  </p:clrMapOvr>
  <p:hf hdr="0" ftr="0"/>
</p:sldLayout>
</file>

<file path=ppt/slideLayouts/slideLayout132.xml><?xml version="1.0" encoding="utf-8"?>
<p:sldLayout xmlns:a="http://schemas.openxmlformats.org/drawingml/2006/main" xmlns:r="http://schemas.openxmlformats.org/officeDocument/2006/relationships" xmlns:p="http://schemas.openxmlformats.org/presentationml/2006/main">
  <p:cSld name="Blank - Tag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6565" y="307461"/>
            <a:ext cx="11285836" cy="335090"/>
          </a:xfrm>
        </p:spPr>
        <p:txBody>
          <a:bodyPr/>
          <a:lstStyle>
            <a:lvl1pPr>
              <a:defRPr/>
            </a:lvl1pPr>
          </a:lstStyle>
          <a:p>
            <a:r>
              <a:rPr lang="en-US"/>
              <a:t>Type headline in sentence case – max 1 line</a:t>
            </a:r>
          </a:p>
        </p:txBody>
      </p:sp>
      <p:sp>
        <p:nvSpPr>
          <p:cNvPr id="6" name="Slide Number Placeholder 5"/>
          <p:cNvSpPr>
            <a:spLocks noGrp="1"/>
          </p:cNvSpPr>
          <p:nvPr>
            <p:ph type="sldNum" sz="quarter" idx="12"/>
          </p:nvPr>
        </p:nvSpPr>
        <p:spPr/>
        <p:txBody>
          <a:bodyPr/>
          <a:lstStyle/>
          <a:p>
            <a:fld id="{F17936A5-937D-44A4-95C9-FA13DA2A5259}" type="slidenum">
              <a:rPr lang="en-US" smtClean="0"/>
              <a:t>‹#›</a:t>
            </a:fld>
            <a:endParaRPr lang="en-US"/>
          </a:p>
        </p:txBody>
      </p:sp>
      <p:sp>
        <p:nvSpPr>
          <p:cNvPr id="8" name="Text Placeholder 7"/>
          <p:cNvSpPr>
            <a:spLocks noGrp="1"/>
          </p:cNvSpPr>
          <p:nvPr>
            <p:ph type="body" sz="quarter" idx="13" hasCustomPrompt="1"/>
          </p:nvPr>
        </p:nvSpPr>
        <p:spPr>
          <a:xfrm>
            <a:off x="296333" y="686394"/>
            <a:ext cx="11286067" cy="358775"/>
          </a:xfrm>
        </p:spPr>
        <p:txBody>
          <a:bodyPr/>
          <a:lstStyle>
            <a:lvl1pPr marL="228600" indent="-228600" algn="l" defTabSz="914400" rtl="0" eaLnBrk="1" latinLnBrk="0" hangingPunct="1">
              <a:lnSpc>
                <a:spcPct val="100000"/>
              </a:lnSpc>
              <a:spcBef>
                <a:spcPts val="600"/>
              </a:spcBef>
              <a:spcAft>
                <a:spcPts val="1200"/>
              </a:spcAft>
              <a:buFont typeface="Arial" panose="020B0604020202020204" pitchFamily="34" charset="0"/>
              <a:buChar char=" "/>
              <a:defRPr lang="en-US" sz="1600" kern="12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0" algn="l" defTabSz="914400" rtl="0" eaLnBrk="1" latinLnBrk="0" hangingPunct="1">
              <a:lnSpc>
                <a:spcPct val="100000"/>
              </a:lnSpc>
              <a:spcBef>
                <a:spcPts val="600"/>
              </a:spcBef>
              <a:spcAft>
                <a:spcPts val="1200"/>
              </a:spcAft>
              <a:buFont typeface="Arial" panose="020B0604020202020204" pitchFamily="34" charset="0"/>
              <a:buNone/>
            </a:pPr>
            <a:r>
              <a:rPr lang="en-US"/>
              <a:t>Type here if a subhead is needed | one line in sentence case</a:t>
            </a:r>
          </a:p>
        </p:txBody>
      </p:sp>
    </p:spTree>
    <p:extLst>
      <p:ext uri="{BB962C8B-B14F-4D97-AF65-F5344CB8AC3E}">
        <p14:creationId xmlns:p14="http://schemas.microsoft.com/office/powerpoint/2010/main" val="3599308340"/>
      </p:ext>
    </p:extLst>
  </p:cSld>
  <p:clrMapOvr>
    <a:masterClrMapping/>
  </p:clrMapOvr>
  <p:hf hdr="0" ftr="0"/>
</p:sldLayout>
</file>

<file path=ppt/slideLayouts/slideLayout133.xml><?xml version="1.0" encoding="utf-8"?>
<p:sldLayout xmlns:a="http://schemas.openxmlformats.org/drawingml/2006/main" xmlns:r="http://schemas.openxmlformats.org/officeDocument/2006/relationships" xmlns:p="http://schemas.openxmlformats.org/presentationml/2006/main">
  <p:cSld name="Title &amp; Subhea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BDE13BE-688F-4541-B521-35ED801F1933}"/>
              </a:ext>
            </a:extLst>
          </p:cNvPr>
          <p:cNvGraphicFramePr>
            <a:graphicFrameLocks noChangeAspect="1"/>
          </p:cNvGraphicFramePr>
          <p:nvPr>
            <p:custDataLst>
              <p:tags r:id="rId1"/>
            </p:custDataLst>
          </p:nvPr>
        </p:nvGraphicFramePr>
        <p:xfrm>
          <a:off x="1514" y="1403"/>
          <a:ext cx="1511" cy="1400"/>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2BDE13BE-688F-4541-B521-35ED801F1933}"/>
                          </a:ext>
                        </a:extLst>
                      </p:cNvPr>
                      <p:cNvPicPr/>
                      <p:nvPr/>
                    </p:nvPicPr>
                    <p:blipFill>
                      <a:blip r:embed="rId4"/>
                      <a:stretch>
                        <a:fillRect/>
                      </a:stretch>
                    </p:blipFill>
                    <p:spPr>
                      <a:xfrm>
                        <a:off x="1514" y="1403"/>
                        <a:ext cx="1511" cy="1400"/>
                      </a:xfrm>
                      <a:prstGeom prst="rect">
                        <a:avLst/>
                      </a:prstGeom>
                    </p:spPr>
                  </p:pic>
                </p:oleObj>
              </mc:Fallback>
            </mc:AlternateContent>
          </a:graphicData>
        </a:graphic>
      </p:graphicFrame>
      <p:sp>
        <p:nvSpPr>
          <p:cNvPr id="11" name="Holder 2">
            <a:extLst>
              <a:ext uri="{FF2B5EF4-FFF2-40B4-BE49-F238E27FC236}">
                <a16:creationId xmlns:a16="http://schemas.microsoft.com/office/drawing/2014/main" id="{E7CCB39A-0CEE-8D42-8768-B47C34E70E4F}"/>
              </a:ext>
            </a:extLst>
          </p:cNvPr>
          <p:cNvSpPr>
            <a:spLocks noGrp="1"/>
          </p:cNvSpPr>
          <p:nvPr>
            <p:ph type="title" hasCustomPrompt="1"/>
          </p:nvPr>
        </p:nvSpPr>
        <p:spPr>
          <a:xfrm>
            <a:off x="428624" y="709087"/>
            <a:ext cx="11407823" cy="433913"/>
          </a:xfrm>
          <a:prstGeom prst="rect">
            <a:avLst/>
          </a:prstGeom>
        </p:spPr>
        <p:txBody>
          <a:bodyPr lIns="0" tIns="0" rIns="0" bIns="0" anchor="t">
            <a:noAutofit/>
          </a:bodyPr>
          <a:lstStyle>
            <a:lvl1pPr>
              <a:defRPr sz="3200" b="1" i="0">
                <a:solidFill>
                  <a:srgbClr val="231F20"/>
                </a:solidFill>
                <a:latin typeface="Arial" panose="020B0604020202020204" pitchFamily="34" charset="0"/>
                <a:ea typeface="Open Sans" panose="020B0606030504020204" pitchFamily="34" charset="0"/>
                <a:cs typeface="Arial" panose="020B0604020202020204" pitchFamily="34" charset="0"/>
              </a:defRPr>
            </a:lvl1pPr>
          </a:lstStyle>
          <a:p>
            <a:r>
              <a:rPr lang="en-US"/>
              <a:t>Click to edit title</a:t>
            </a:r>
          </a:p>
        </p:txBody>
      </p:sp>
      <p:sp>
        <p:nvSpPr>
          <p:cNvPr id="8" name="Text Placeholder 7">
            <a:extLst>
              <a:ext uri="{FF2B5EF4-FFF2-40B4-BE49-F238E27FC236}">
                <a16:creationId xmlns:a16="http://schemas.microsoft.com/office/drawing/2014/main" id="{00E93F2B-7FCA-AB4C-B832-3ADC4439A906}"/>
              </a:ext>
            </a:extLst>
          </p:cNvPr>
          <p:cNvSpPr>
            <a:spLocks noGrp="1"/>
          </p:cNvSpPr>
          <p:nvPr>
            <p:ph type="body" sz="quarter" idx="14" hasCustomPrompt="1"/>
          </p:nvPr>
        </p:nvSpPr>
        <p:spPr>
          <a:xfrm>
            <a:off x="428625" y="1205701"/>
            <a:ext cx="11407822" cy="325829"/>
          </a:xfrm>
        </p:spPr>
        <p:txBody>
          <a:bodyPr tIns="0" rIns="0" bIns="0" anchor="t">
            <a:noAutofit/>
          </a:bodyPr>
          <a:lstStyle>
            <a:lvl1pPr marL="0" indent="0">
              <a:lnSpc>
                <a:spcPct val="100000"/>
              </a:lnSpc>
              <a:buNone/>
              <a:defRPr sz="1600">
                <a:solidFill>
                  <a:schemeClr val="tx1">
                    <a:lumMod val="50000"/>
                    <a:lumOff val="50000"/>
                  </a:schemeClr>
                </a:solidFill>
              </a:defRPr>
            </a:lvl1pPr>
          </a:lstStyle>
          <a:p>
            <a:pPr lvl="0"/>
            <a:r>
              <a:rPr lang="en-US"/>
              <a:t>Click to edit subheading </a:t>
            </a:r>
          </a:p>
        </p:txBody>
      </p:sp>
    </p:spTree>
    <p:extLst>
      <p:ext uri="{BB962C8B-B14F-4D97-AF65-F5344CB8AC3E}">
        <p14:creationId xmlns:p14="http://schemas.microsoft.com/office/powerpoint/2010/main" val="817256431"/>
      </p:ext>
    </p:extLst>
  </p:cSld>
  <p:clrMapOvr>
    <a:masterClrMapping/>
  </p:clrMapOvr>
  <p:hf hdr="0" ftr="0"/>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1_Front Cover">
    <p:bg>
      <p:bgPr>
        <a:solidFill>
          <a:schemeClr val="bg2"/>
        </a:solidFill>
        <a:effectLst/>
      </p:bgPr>
    </p:bg>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21C539E1-A8B8-D44B-99F6-DB420FCED24F}"/>
              </a:ext>
            </a:extLst>
          </p:cNvPr>
          <p:cNvPicPr>
            <a:picLocks noChangeAspect="1"/>
          </p:cNvPicPr>
          <p:nvPr/>
        </p:nvPicPr>
        <p:blipFill>
          <a:blip r:embed="rId2"/>
          <a:stretch>
            <a:fillRect/>
          </a:stretch>
        </p:blipFill>
        <p:spPr>
          <a:xfrm>
            <a:off x="938084" y="2339340"/>
            <a:ext cx="1828800" cy="272374"/>
          </a:xfrm>
          <a:prstGeom prst="rect">
            <a:avLst/>
          </a:prstGeom>
        </p:spPr>
      </p:pic>
      <p:sp>
        <p:nvSpPr>
          <p:cNvPr id="11" name="Text Placeholder 7">
            <a:extLst>
              <a:ext uri="{FF2B5EF4-FFF2-40B4-BE49-F238E27FC236}">
                <a16:creationId xmlns:a16="http://schemas.microsoft.com/office/drawing/2014/main" id="{890632D7-2178-F048-8C96-05B98F6729A3}"/>
              </a:ext>
            </a:extLst>
          </p:cNvPr>
          <p:cNvSpPr>
            <a:spLocks noGrp="1"/>
          </p:cNvSpPr>
          <p:nvPr>
            <p:ph type="body" sz="quarter" idx="13" hasCustomPrompt="1"/>
          </p:nvPr>
        </p:nvSpPr>
        <p:spPr>
          <a:xfrm>
            <a:off x="4016758" y="2686478"/>
            <a:ext cx="6705600" cy="2138564"/>
          </a:xfrm>
        </p:spPr>
        <p:txBody>
          <a:bodyPr tIns="0" rIns="0" bIns="0">
            <a:noAutofit/>
          </a:bodyPr>
          <a:lstStyle>
            <a:lvl1pPr marL="0">
              <a:lnSpc>
                <a:spcPct val="80000"/>
              </a:lnSpc>
              <a:spcBef>
                <a:spcPts val="0"/>
              </a:spcBef>
              <a:buNone/>
              <a:defRPr sz="5400" b="0" i="0">
                <a:solidFill>
                  <a:schemeClr val="tx1"/>
                </a:solidFill>
                <a:latin typeface="Arial" panose="020B0604020202020204" pitchFamily="34" charset="0"/>
                <a:cs typeface="Arial" panose="020B0604020202020204" pitchFamily="34" charset="0"/>
              </a:defRPr>
            </a:lvl1pPr>
          </a:lstStyle>
          <a:p>
            <a:pPr lvl="0"/>
            <a:r>
              <a:rPr lang="en-US"/>
              <a:t>Click to edit title</a:t>
            </a:r>
          </a:p>
        </p:txBody>
      </p:sp>
      <p:sp>
        <p:nvSpPr>
          <p:cNvPr id="2" name="TextBox 1">
            <a:extLst>
              <a:ext uri="{FF2B5EF4-FFF2-40B4-BE49-F238E27FC236}">
                <a16:creationId xmlns:a16="http://schemas.microsoft.com/office/drawing/2014/main" id="{EB7B3FD4-CFC5-4C97-AF24-C49233933528}"/>
              </a:ext>
            </a:extLst>
          </p:cNvPr>
          <p:cNvSpPr txBox="1"/>
          <p:nvPr/>
        </p:nvSpPr>
        <p:spPr>
          <a:xfrm>
            <a:off x="4016758" y="5411638"/>
            <a:ext cx="6705600" cy="276999"/>
          </a:xfrm>
          <a:prstGeom prst="rect">
            <a:avLst/>
          </a:prstGeom>
          <a:noFill/>
        </p:spPr>
        <p:txBody>
          <a:bodyPr wrap="square" lIns="0" rIns="0" rtlCol="0">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sz="1000" i="1">
                <a:solidFill>
                  <a:schemeClr val="tx1"/>
                </a:solidFill>
              </a:rPr>
              <a:t>Privileged and Confidential Attorney-Client Communication and/or Attorney Work Product</a:t>
            </a:r>
          </a:p>
        </p:txBody>
      </p:sp>
      <p:sp>
        <p:nvSpPr>
          <p:cNvPr id="4" name="Text Placeholder 3">
            <a:extLst>
              <a:ext uri="{FF2B5EF4-FFF2-40B4-BE49-F238E27FC236}">
                <a16:creationId xmlns:a16="http://schemas.microsoft.com/office/drawing/2014/main" id="{7305E245-B706-4172-BBB6-FE1184DBF2DD}"/>
              </a:ext>
            </a:extLst>
          </p:cNvPr>
          <p:cNvSpPr>
            <a:spLocks noGrp="1"/>
          </p:cNvSpPr>
          <p:nvPr>
            <p:ph type="body" sz="quarter" idx="14" hasCustomPrompt="1"/>
          </p:nvPr>
        </p:nvSpPr>
        <p:spPr>
          <a:xfrm>
            <a:off x="4016758" y="4975225"/>
            <a:ext cx="6705600" cy="361650"/>
          </a:xfrm>
        </p:spPr>
        <p:txBody>
          <a:bodyPr rIns="0">
            <a:noAutofit/>
          </a:bodyPr>
          <a:lstStyle>
            <a:lvl1pPr marL="0" indent="0">
              <a:buNone/>
              <a:defRPr b="1"/>
            </a:lvl1pPr>
            <a:lvl2pPr marL="233362" indent="0">
              <a:buNone/>
              <a:defRPr/>
            </a:lvl2pPr>
            <a:lvl3pPr marL="455613" indent="0">
              <a:buNone/>
              <a:defRPr/>
            </a:lvl3pPr>
            <a:lvl4pPr marL="685800" indent="0">
              <a:buNone/>
              <a:defRPr/>
            </a:lvl4pPr>
            <a:lvl5pPr marL="914400" indent="0">
              <a:buNone/>
              <a:defRPr/>
            </a:lvl5pPr>
          </a:lstStyle>
          <a:p>
            <a:pPr lvl="0"/>
            <a:r>
              <a:rPr lang="en-US"/>
              <a:t>Click to enter date</a:t>
            </a:r>
          </a:p>
        </p:txBody>
      </p:sp>
      <p:sp>
        <p:nvSpPr>
          <p:cNvPr id="5" name="Rectangle 4">
            <a:extLst>
              <a:ext uri="{FF2B5EF4-FFF2-40B4-BE49-F238E27FC236}">
                <a16:creationId xmlns:a16="http://schemas.microsoft.com/office/drawing/2014/main" id="{C94160BD-7DD6-4C56-9C4B-FCFB98402175}"/>
              </a:ext>
            </a:extLst>
          </p:cNvPr>
          <p:cNvSpPr/>
          <p:nvPr/>
        </p:nvSpPr>
        <p:spPr>
          <a:xfrm>
            <a:off x="293298" y="6475562"/>
            <a:ext cx="11737676" cy="2723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265F83-8470-4776-91AB-6A16651C0BA5}"/>
              </a:ext>
            </a:extLst>
          </p:cNvPr>
          <p:cNvSpPr txBox="1"/>
          <p:nvPr/>
        </p:nvSpPr>
        <p:spPr>
          <a:xfrm>
            <a:off x="3939396" y="2367852"/>
            <a:ext cx="6782962" cy="215350"/>
          </a:xfrm>
          <a:prstGeom prst="rect">
            <a:avLst/>
          </a:prstGeom>
          <a:noFill/>
        </p:spPr>
        <p:txBody>
          <a:bodyPr wrap="square" tIns="0" rtlCol="0">
            <a:noAutofit/>
          </a:bodyPr>
          <a:lstStyle/>
          <a:p>
            <a:pPr marL="173038" lvl="0" indent="-173038" algn="l" defTabSz="914400" rtl="0" eaLnBrk="1" latinLnBrk="0" hangingPunct="1">
              <a:lnSpc>
                <a:spcPct val="100000"/>
              </a:lnSpc>
              <a:spcBef>
                <a:spcPts val="600"/>
              </a:spcBef>
              <a:buFont typeface="Arial" panose="020B0604020202020204" pitchFamily="34" charset="0"/>
              <a:buNone/>
            </a:pPr>
            <a:r>
              <a:rPr lang="en-US" sz="1400" b="0" i="0" kern="1200" cap="all" spc="265" baseline="0">
                <a:solidFill>
                  <a:schemeClr val="bg1"/>
                </a:solidFill>
                <a:latin typeface="Arial" panose="020B0604020202020204" pitchFamily="34" charset="0"/>
                <a:ea typeface="Open Sans" panose="020B0606030504020204" pitchFamily="34" charset="0"/>
                <a:cs typeface="Arial" panose="020B0604020202020204" pitchFamily="34" charset="0"/>
              </a:rPr>
              <a:t>TECH STACK Mobilization</a:t>
            </a:r>
          </a:p>
        </p:txBody>
      </p:sp>
    </p:spTree>
    <p:extLst>
      <p:ext uri="{BB962C8B-B14F-4D97-AF65-F5344CB8AC3E}">
        <p14:creationId xmlns:p14="http://schemas.microsoft.com/office/powerpoint/2010/main" val="3617001276"/>
      </p:ext>
    </p:extLst>
  </p:cSld>
  <p:clrMapOvr>
    <a:masterClrMapping/>
  </p:clrMapOvr>
  <p:hf hdr="0" ftr="0"/>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GB" noProof="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332396"/>
            <a:ext cx="4446269" cy="464044"/>
          </a:xfrm>
        </p:spPr>
        <p:txBody>
          <a:bodyPr anchor="t" anchorCtr="0">
            <a:noAutofit/>
          </a:bodyPr>
          <a:lstStyle>
            <a:lvl1pPr algn="l">
              <a:lnSpc>
                <a:spcPct val="100000"/>
              </a:lnSpc>
              <a:defRPr sz="2100" b="0">
                <a:solidFill>
                  <a:schemeClr val="accent1"/>
                </a:solidFill>
                <a:latin typeface="+mn-lt"/>
                <a:ea typeface="Open Sans" panose="020B0606030504020204" pitchFamily="34" charset="0"/>
                <a:cs typeface="Calibri" panose="020F0502020204030204" pitchFamily="34" charset="0"/>
              </a:defRPr>
            </a:lvl1pPr>
          </a:lstStyle>
          <a:p>
            <a:r>
              <a:rPr lang="en-US" noProof="0"/>
              <a:t>Click to edit Master title style</a:t>
            </a:r>
            <a:endParaRPr lang="en-GB"/>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oAutofit/>
          </a:bodyPr>
          <a:lstStyle>
            <a:lvl1pPr>
              <a:spcAft>
                <a:spcPts val="0"/>
              </a:spcAft>
              <a:defRPr sz="1600">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1609245110" name="Logo" descr="{&quot;templafy&quot;:{&quot;id&quot;:&quot;03e69b48-60f7-4e6d-bcb4-3fc8e7084622&quot;}}"/>
          <p:cNvPicPr>
            <a:picLocks noChangeAspect="1"/>
          </p:cNvPicPr>
          <p:nvPr/>
        </p:nvPicPr>
        <p:blipFill>
          <a:blip r:embed="rId2"/>
          <a:stretch>
            <a:fillRect/>
          </a:stretch>
        </p:blipFill>
        <p:spPr>
          <a:xfrm>
            <a:off x="474359" y="462957"/>
            <a:ext cx="2283232" cy="1000800"/>
          </a:xfrm>
          <a:prstGeom prst="rect">
            <a:avLst/>
          </a:prstGeom>
        </p:spPr>
      </p:pic>
    </p:spTree>
    <p:extLst>
      <p:ext uri="{BB962C8B-B14F-4D97-AF65-F5344CB8AC3E}">
        <p14:creationId xmlns:p14="http://schemas.microsoft.com/office/powerpoint/2010/main" val="795270131"/>
      </p:ext>
    </p:extLst>
  </p:cSld>
  <p:clrMapOvr>
    <a:masterClrMapping/>
  </p:clrMapOvr>
  <p:hf hdr="0" ftr="0"/>
  <p:extLst>
    <p:ext uri="{DCECCB84-F9BA-43D5-87BE-67443E8EF086}">
      <p15:sldGuideLst xmlns:p15="http://schemas.microsoft.com/office/powerpoint/2012/main">
        <p15:guide id="1" orient="horz" pos="408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GB"/>
          </a:p>
        </p:txBody>
      </p:sp>
    </p:spTree>
    <p:extLst>
      <p:ext uri="{BB962C8B-B14F-4D97-AF65-F5344CB8AC3E}">
        <p14:creationId xmlns:p14="http://schemas.microsoft.com/office/powerpoint/2010/main" val="2505438896"/>
      </p:ext>
    </p:extLst>
  </p:cSld>
  <p:clrMapOvr>
    <a:masterClrMapping/>
  </p:clrMapOvr>
  <p:hf hdr="0" ftr="0"/>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subtitle &amp; 1 column text">
    <p:bg>
      <p:bgPr>
        <a:solidFill>
          <a:schemeClr val="tx1"/>
        </a:solidFill>
        <a:effectLst/>
      </p:bgPr>
    </p:bg>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0" y="1700213"/>
            <a:ext cx="11220449" cy="4678986"/>
          </a:xfrm>
          <a:prstGeom prst="rect">
            <a:avLst/>
          </a:prstGeom>
        </p:spPr>
        <p:txBody>
          <a:bodyPr vert="horz" lIns="0" tIns="0" rIns="0" bIns="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6">
            <a:extLst>
              <a:ext uri="{FF2B5EF4-FFF2-40B4-BE49-F238E27FC236}">
                <a16:creationId xmlns:a16="http://schemas.microsoft.com/office/drawing/2014/main" id="{05BE989B-C09B-4026-9E62-E689E5CE0890}"/>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GB"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GB" sz="900" noProof="0">
              <a:solidFill>
                <a:schemeClr val="bg1"/>
              </a:solidFill>
              <a:latin typeface="Calibri" panose="020F0502020204030204" pitchFamily="34" charset="0"/>
              <a:cs typeface="Calibri" panose="020F0502020204030204" pitchFamily="34" charset="0"/>
            </a:endParaRPr>
          </a:p>
        </p:txBody>
      </p:sp>
      <p:sp>
        <p:nvSpPr>
          <p:cNvPr id="17" name="Title 1">
            <a:extLst>
              <a:ext uri="{FF2B5EF4-FFF2-40B4-BE49-F238E27FC236}">
                <a16:creationId xmlns:a16="http://schemas.microsoft.com/office/drawing/2014/main" id="{A6BE6747-68CA-4361-94F3-864DADDD6DD8}"/>
              </a:ext>
            </a:extLst>
          </p:cNvPr>
          <p:cNvSpPr>
            <a:spLocks noGrp="1"/>
          </p:cNvSpPr>
          <p:nvPr>
            <p:ph type="title"/>
          </p:nvPr>
        </p:nvSpPr>
        <p:spPr>
          <a:xfrm>
            <a:off x="501650" y="459843"/>
            <a:ext cx="11220450" cy="556157"/>
          </a:xfrm>
          <a:noFill/>
        </p:spPr>
        <p:txBody>
          <a:bodyPr anchor="b"/>
          <a:lstStyle>
            <a:lvl1pPr>
              <a:defRPr>
                <a:solidFill>
                  <a:schemeClr val="bg1"/>
                </a:solidFill>
              </a:defRPr>
            </a:lvl1pPr>
          </a:lstStyle>
          <a:p>
            <a:r>
              <a:rPr lang="en-US"/>
              <a:t>Click to edit Master title style</a:t>
            </a:r>
          </a:p>
        </p:txBody>
      </p:sp>
      <p:sp>
        <p:nvSpPr>
          <p:cNvPr id="18" name="Text Placeholder 8">
            <a:extLst>
              <a:ext uri="{FF2B5EF4-FFF2-40B4-BE49-F238E27FC236}">
                <a16:creationId xmlns:a16="http://schemas.microsoft.com/office/drawing/2014/main" id="{0F546414-F133-4740-AA38-5C1ECE5FA11A}"/>
              </a:ext>
            </a:extLst>
          </p:cNvPr>
          <p:cNvSpPr>
            <a:spLocks noGrp="1"/>
          </p:cNvSpPr>
          <p:nvPr>
            <p:ph type="body" sz="quarter" idx="14"/>
          </p:nvPr>
        </p:nvSpPr>
        <p:spPr>
          <a:xfrm>
            <a:off x="501650" y="1017588"/>
            <a:ext cx="11220450" cy="475488"/>
          </a:xfrm>
          <a:noFill/>
        </p:spPr>
        <p:txBody>
          <a:bodyPr vert="horz" lIns="0" tIns="0" rIns="0" bIns="0" rtlCol="0">
            <a:noAutofit/>
          </a:bodyPr>
          <a:lstStyle>
            <a:lvl1pPr marL="0" indent="0">
              <a:buNone/>
              <a:defRPr lang="en-US" sz="1400">
                <a:solidFill>
                  <a:schemeClr val="bg1"/>
                </a:solidFill>
              </a:defRPr>
            </a:lvl1pPr>
          </a:lstStyle>
          <a:p>
            <a:pPr marL="228600" lvl="0" indent="-228600">
              <a:lnSpc>
                <a:spcPct val="130000"/>
              </a:lnSpc>
            </a:pPr>
            <a:r>
              <a:rPr lang="en-US"/>
              <a:t>Click to edit Master text styles</a:t>
            </a:r>
          </a:p>
        </p:txBody>
      </p:sp>
      <p:sp>
        <p:nvSpPr>
          <p:cNvPr id="19"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501650" y="321060"/>
            <a:ext cx="11220450" cy="137196"/>
          </a:xfrm>
        </p:spPr>
        <p:txBody>
          <a:bodyPr anchor="t"/>
          <a:lstStyle>
            <a:lvl1pPr>
              <a:defRPr sz="900" b="1" cap="all" baseline="0">
                <a:solidFill>
                  <a:schemeClr val="bg1">
                    <a:lumMod val="65000"/>
                  </a:schemeClr>
                </a:solidFill>
              </a:defRPr>
            </a:lvl1pPr>
          </a:lstStyle>
          <a:p>
            <a:pPr lvl="0"/>
            <a:r>
              <a:rPr lang="en-US"/>
              <a:t>CLICK TO EDIT BREADCRUMB</a:t>
            </a:r>
          </a:p>
        </p:txBody>
      </p:sp>
    </p:spTree>
    <p:extLst>
      <p:ext uri="{BB962C8B-B14F-4D97-AF65-F5344CB8AC3E}">
        <p14:creationId xmlns:p14="http://schemas.microsoft.com/office/powerpoint/2010/main" val="3351005348"/>
      </p:ext>
    </p:extLst>
  </p:cSld>
  <p:clrMapOvr>
    <a:masterClrMapping/>
  </p:clrMapOvr>
  <p:hf hdr="0" ftr="0"/>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Master Blocker">
    <p:bg>
      <p:bgPr>
        <a:solidFill>
          <a:srgbClr val="A0DCFF"/>
        </a:solidFill>
        <a:effectLst/>
      </p:bgPr>
    </p:bg>
    <p:spTree>
      <p:nvGrpSpPr>
        <p:cNvPr id="1" name=""/>
        <p:cNvGrpSpPr/>
        <p:nvPr/>
      </p:nvGrpSpPr>
      <p:grpSpPr>
        <a:xfrm>
          <a:off x="0" y="0"/>
          <a:ext cx="0" cy="0"/>
          <a:chOff x="0" y="0"/>
          <a:chExt cx="0" cy="0"/>
        </a:xfrm>
      </p:grpSpPr>
      <p:sp>
        <p:nvSpPr>
          <p:cNvPr id="3" name="TextBox 2"/>
          <p:cNvSpPr txBox="1"/>
          <p:nvPr/>
        </p:nvSpPr>
        <p:spPr>
          <a:xfrm>
            <a:off x="2878634" y="1217629"/>
            <a:ext cx="6434732" cy="4339650"/>
          </a:xfrm>
          <a:prstGeom prst="rect">
            <a:avLst/>
          </a:prstGeom>
          <a:noFill/>
        </p:spPr>
        <p:txBody>
          <a:bodyPr wrap="square" rtlCol="0">
            <a:spAutoFit/>
          </a:bodyPr>
          <a:lstStyle/>
          <a:p>
            <a:pPr algn="ctr"/>
            <a:r>
              <a:rPr lang="en-US" sz="9600" b="0">
                <a:solidFill>
                  <a:schemeClr val="tx1"/>
                </a:solidFill>
                <a:latin typeface="+mj-lt"/>
              </a:rPr>
              <a:t>Do not use this</a:t>
            </a:r>
            <a:r>
              <a:rPr lang="en-US" sz="9600" b="0" baseline="0">
                <a:solidFill>
                  <a:schemeClr val="tx1"/>
                </a:solidFill>
                <a:latin typeface="+mj-lt"/>
              </a:rPr>
              <a:t> layout</a:t>
            </a:r>
          </a:p>
          <a:p>
            <a:pPr algn="ctr"/>
            <a:endParaRPr lang="en-US" sz="2800" b="1" baseline="0">
              <a:solidFill>
                <a:schemeClr val="tx1"/>
              </a:solidFill>
              <a:latin typeface="+mj-lt"/>
            </a:endParaRPr>
          </a:p>
          <a:p>
            <a:pPr algn="ctr"/>
            <a:r>
              <a:rPr lang="en-US" sz="2800" b="0" baseline="0">
                <a:solidFill>
                  <a:schemeClr val="tx1"/>
                </a:solidFill>
                <a:latin typeface="+mn-lt"/>
              </a:rPr>
              <a:t>Delete any master slides that occur after this layout</a:t>
            </a:r>
            <a:endParaRPr lang="en-US" sz="2800" b="0">
              <a:solidFill>
                <a:schemeClr val="tx1"/>
              </a:solidFill>
              <a:latin typeface="+mn-lt"/>
            </a:endParaRPr>
          </a:p>
        </p:txBody>
      </p:sp>
    </p:spTree>
    <p:extLst>
      <p:ext uri="{BB962C8B-B14F-4D97-AF65-F5344CB8AC3E}">
        <p14:creationId xmlns:p14="http://schemas.microsoft.com/office/powerpoint/2010/main" val="135921225"/>
      </p:ext>
    </p:extLst>
  </p:cSld>
  <p:clrMapOvr>
    <a:masterClrMapping/>
  </p:clrMapOvr>
  <p:hf hdr="0" ftr="0"/>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en-US"/>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en-US"/>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Date</a:t>
            </a: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en-US"/>
              <a:t>Click to insert picture</a:t>
            </a:r>
          </a:p>
        </p:txBody>
      </p:sp>
    </p:spTree>
    <p:extLst>
      <p:ext uri="{BB962C8B-B14F-4D97-AF65-F5344CB8AC3E}">
        <p14:creationId xmlns:p14="http://schemas.microsoft.com/office/powerpoint/2010/main" val="163958227"/>
      </p:ext>
    </p:extLst>
  </p:cSld>
  <p:clrMapOvr>
    <a:masterClrMapping/>
  </p:clrMapOv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0" y="0"/>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en-US"/>
              <a:t>Click to edit subtitle</a:t>
            </a:r>
          </a:p>
        </p:txBody>
      </p:sp>
    </p:spTree>
    <p:extLst>
      <p:ext uri="{BB962C8B-B14F-4D97-AF65-F5344CB8AC3E}">
        <p14:creationId xmlns:p14="http://schemas.microsoft.com/office/powerpoint/2010/main" val="429420161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533079" y="560832"/>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533400" y="1219200"/>
            <a:ext cx="10362880" cy="475488"/>
          </a:xfrm>
        </p:spPr>
        <p:txBody>
          <a:bodyPr vert="horz" lIns="0" tIns="0" rIns="0" bIns="0" rtlCol="0">
            <a:noAutofit/>
          </a:bodyPr>
          <a:lstStyle>
            <a:lvl1pPr marL="0" indent="0">
              <a:buNone/>
              <a:defRPr lang="en-US" sz="1600">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Master text styles</a:t>
            </a:r>
          </a:p>
        </p:txBody>
      </p:sp>
    </p:spTree>
    <p:extLst>
      <p:ext uri="{BB962C8B-B14F-4D97-AF65-F5344CB8AC3E}">
        <p14:creationId xmlns:p14="http://schemas.microsoft.com/office/powerpoint/2010/main" val="426624392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ubhead with Sidebar">
    <p:spTree>
      <p:nvGrpSpPr>
        <p:cNvPr id="1" name=""/>
        <p:cNvGrpSpPr/>
        <p:nvPr/>
      </p:nvGrpSpPr>
      <p:grpSpPr>
        <a:xfrm>
          <a:off x="0" y="0"/>
          <a:ext cx="0" cy="0"/>
          <a:chOff x="0" y="0"/>
          <a:chExt cx="0" cy="0"/>
        </a:xfrm>
      </p:grpSpPr>
      <p:sp>
        <p:nvSpPr>
          <p:cNvPr id="2" name="Title 1"/>
          <p:cNvSpPr>
            <a:spLocks noGrp="1"/>
          </p:cNvSpPr>
          <p:nvPr>
            <p:ph type="title"/>
          </p:nvPr>
        </p:nvSpPr>
        <p:spPr>
          <a:xfrm>
            <a:off x="533079" y="560832"/>
            <a:ext cx="8229921"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533400" y="1219200"/>
            <a:ext cx="8229600" cy="475488"/>
          </a:xfrm>
        </p:spPr>
        <p:txBody>
          <a:bodyPr vert="horz" lIns="0" tIns="0" rIns="0" bIns="0" rtlCol="0">
            <a:noAutofit/>
          </a:bodyPr>
          <a:lstStyle>
            <a:lvl1pPr marL="0" indent="0">
              <a:buNone/>
              <a:defRPr lang="en-US" sz="1600">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Master text styles</a:t>
            </a:r>
          </a:p>
        </p:txBody>
      </p:sp>
      <p:sp>
        <p:nvSpPr>
          <p:cNvPr id="5" name="Rectangle 4">
            <a:extLst>
              <a:ext uri="{FF2B5EF4-FFF2-40B4-BE49-F238E27FC236}">
                <a16:creationId xmlns:a16="http://schemas.microsoft.com/office/drawing/2014/main" id="{94CBAAA0-43F0-482F-B086-C29492BE308B}"/>
              </a:ext>
            </a:extLst>
          </p:cNvPr>
          <p:cNvSpPr/>
          <p:nvPr userDrawn="1"/>
        </p:nvSpPr>
        <p:spPr>
          <a:xfrm>
            <a:off x="8773754" y="0"/>
            <a:ext cx="3418246" cy="68748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191307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533079" y="560832"/>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533400" y="1219200"/>
            <a:ext cx="10362880" cy="475488"/>
          </a:xfrm>
        </p:spPr>
        <p:txBody>
          <a:bodyPr vert="horz" lIns="0" tIns="0" rIns="0" bIns="0" rtlCol="0">
            <a:noAutofit/>
          </a:bodyPr>
          <a:lstStyle>
            <a:lvl1pPr marL="0" indent="0">
              <a:buNone/>
              <a:defRPr lang="en-US" sz="1600">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Master text styles</a:t>
            </a:r>
          </a:p>
        </p:txBody>
      </p:sp>
      <p:sp>
        <p:nvSpPr>
          <p:cNvPr id="8" name="Text Placeholder 5"/>
          <p:cNvSpPr>
            <a:spLocks noGrp="1"/>
          </p:cNvSpPr>
          <p:nvPr>
            <p:ph type="body" sz="quarter" idx="15" hasCustomPrompt="1"/>
          </p:nvPr>
        </p:nvSpPr>
        <p:spPr>
          <a:xfrm>
            <a:off x="533079" y="325628"/>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241835265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Divider _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8D06-11C9-4215-BA30-56B1EE30D8C0}"/>
              </a:ext>
            </a:extLst>
          </p:cNvPr>
          <p:cNvSpPr>
            <a:spLocks noGrp="1"/>
          </p:cNvSpPr>
          <p:nvPr>
            <p:ph type="title"/>
          </p:nvPr>
        </p:nvSpPr>
        <p:spPr>
          <a:xfrm>
            <a:off x="2933700" y="1892300"/>
            <a:ext cx="7277862" cy="830997"/>
          </a:xfrm>
          <a:noFill/>
        </p:spPr>
        <p:txBody>
          <a:bodyPr vert="horz" wrap="square" lIns="0" tIns="0" rIns="0" bIns="0" rtlCol="0" anchor="t" anchorCtr="0">
            <a:spAutoFit/>
          </a:bodyPr>
          <a:lstStyle>
            <a:lvl1pPr>
              <a:defRPr lang="en-US" sz="5400" spc="-5" dirty="0">
                <a:solidFill>
                  <a:srgbClr val="FFFFFC"/>
                </a:solidFill>
                <a:latin typeface="Chronicle Display Black" pitchFamily="50" charset="0"/>
              </a:defRPr>
            </a:lvl1pPr>
          </a:lstStyle>
          <a:p>
            <a:pPr marL="12700" lvl="0">
              <a:lnSpc>
                <a:spcPct val="100000"/>
              </a:lnSpc>
            </a:pPr>
            <a:r>
              <a:rPr lang="en-US"/>
              <a:t>Click to edit</a:t>
            </a:r>
          </a:p>
        </p:txBody>
      </p:sp>
      <p:sp>
        <p:nvSpPr>
          <p:cNvPr id="7" name="object 4">
            <a:extLst>
              <a:ext uri="{FF2B5EF4-FFF2-40B4-BE49-F238E27FC236}">
                <a16:creationId xmlns:a16="http://schemas.microsoft.com/office/drawing/2014/main" id="{BFB7CAD4-7388-4CE0-BC10-7E9367275AE4}"/>
              </a:ext>
            </a:extLst>
          </p:cNvPr>
          <p:cNvSpPr/>
          <p:nvPr userDrawn="1"/>
        </p:nvSpPr>
        <p:spPr>
          <a:xfrm>
            <a:off x="2945892" y="1414272"/>
            <a:ext cx="1631950" cy="0"/>
          </a:xfrm>
          <a:custGeom>
            <a:avLst/>
            <a:gdLst/>
            <a:ahLst/>
            <a:cxnLst/>
            <a:rect l="l" t="t" r="r" b="b"/>
            <a:pathLst>
              <a:path w="1631950">
                <a:moveTo>
                  <a:pt x="1631569" y="0"/>
                </a:moveTo>
                <a:lnTo>
                  <a:pt x="0" y="0"/>
                </a:lnTo>
              </a:path>
            </a:pathLst>
          </a:custGeom>
          <a:ln w="76200">
            <a:solidFill>
              <a:schemeClr val="bg1"/>
            </a:solidFill>
          </a:ln>
        </p:spPr>
        <p:txBody>
          <a:bodyPr wrap="square" lIns="0" tIns="0" rIns="0" bIns="0" rtlCol="0"/>
          <a:lstStyle/>
          <a:p>
            <a:endParaRPr/>
          </a:p>
        </p:txBody>
      </p:sp>
      <p:sp>
        <p:nvSpPr>
          <p:cNvPr id="9" name="Text Placeholder 8">
            <a:extLst>
              <a:ext uri="{FF2B5EF4-FFF2-40B4-BE49-F238E27FC236}">
                <a16:creationId xmlns:a16="http://schemas.microsoft.com/office/drawing/2014/main" id="{C10BF9F6-41E3-4C19-B9EA-03AC61F32BB4}"/>
              </a:ext>
            </a:extLst>
          </p:cNvPr>
          <p:cNvSpPr>
            <a:spLocks noGrp="1"/>
          </p:cNvSpPr>
          <p:nvPr>
            <p:ph type="body" sz="quarter" idx="17" hasCustomPrompt="1"/>
          </p:nvPr>
        </p:nvSpPr>
        <p:spPr>
          <a:xfrm>
            <a:off x="2933700" y="2959100"/>
            <a:ext cx="3378200" cy="246221"/>
          </a:xfrm>
          <a:noFill/>
        </p:spPr>
        <p:txBody>
          <a:bodyPr vert="horz" wrap="square" lIns="0" tIns="0" rIns="0" bIns="0" rtlCol="0">
            <a:spAutoFit/>
          </a:bodyPr>
          <a:lstStyle>
            <a:lvl1pPr algn="just">
              <a:defRPr lang="en-US" sz="1600" b="1" spc="-5" dirty="0" smtClean="0">
                <a:solidFill>
                  <a:srgbClr val="FFFFFC"/>
                </a:solidFill>
                <a:latin typeface="Open Sans"/>
                <a:ea typeface="+mn-ea"/>
                <a:cs typeface="Open Sans"/>
              </a:defRPr>
            </a:lvl1pPr>
          </a:lstStyle>
          <a:p>
            <a:pPr marL="12700" lvl="0" indent="0">
              <a:buNone/>
              <a:tabLst>
                <a:tab pos="1040130" algn="l"/>
                <a:tab pos="1498600" algn="l"/>
                <a:tab pos="2292985" algn="l"/>
              </a:tabLst>
            </a:pPr>
            <a:r>
              <a:rPr lang="en-US"/>
              <a:t>EDIT MASTER TEXT STYLES</a:t>
            </a:r>
          </a:p>
        </p:txBody>
      </p:sp>
    </p:spTree>
    <p:extLst>
      <p:ext uri="{BB962C8B-B14F-4D97-AF65-F5344CB8AC3E}">
        <p14:creationId xmlns:p14="http://schemas.microsoft.com/office/powerpoint/2010/main" val="420175845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ection Divider _ Whit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45AB8DA-F2D1-4450-BB72-289F35CB70F6}"/>
              </a:ext>
            </a:extLst>
          </p:cNvPr>
          <p:cNvSpPr>
            <a:spLocks noGrp="1"/>
          </p:cNvSpPr>
          <p:nvPr>
            <p:ph type="title"/>
          </p:nvPr>
        </p:nvSpPr>
        <p:spPr>
          <a:xfrm>
            <a:off x="2933700" y="1892300"/>
            <a:ext cx="7277862" cy="830997"/>
          </a:xfrm>
          <a:noFill/>
        </p:spPr>
        <p:txBody>
          <a:bodyPr vert="horz" wrap="square" lIns="0" tIns="0" rIns="0" bIns="0" rtlCol="0" anchor="t" anchorCtr="0">
            <a:spAutoFit/>
          </a:bodyPr>
          <a:lstStyle>
            <a:lvl1pPr>
              <a:defRPr lang="en-US" sz="5400" spc="-5" dirty="0">
                <a:solidFill>
                  <a:schemeClr val="tx1"/>
                </a:solidFill>
                <a:latin typeface="Chronicle Display Black" pitchFamily="50" charset="0"/>
              </a:defRPr>
            </a:lvl1pPr>
          </a:lstStyle>
          <a:p>
            <a:pPr marL="12700" lvl="0">
              <a:lnSpc>
                <a:spcPct val="100000"/>
              </a:lnSpc>
            </a:pPr>
            <a:r>
              <a:rPr lang="en-US"/>
              <a:t>Click to edit</a:t>
            </a:r>
          </a:p>
        </p:txBody>
      </p:sp>
      <p:sp>
        <p:nvSpPr>
          <p:cNvPr id="10" name="Text Placeholder 8">
            <a:extLst>
              <a:ext uri="{FF2B5EF4-FFF2-40B4-BE49-F238E27FC236}">
                <a16:creationId xmlns:a16="http://schemas.microsoft.com/office/drawing/2014/main" id="{CC61E0E3-6224-47E5-BDEC-2D8AE7984CFC}"/>
              </a:ext>
            </a:extLst>
          </p:cNvPr>
          <p:cNvSpPr>
            <a:spLocks noGrp="1"/>
          </p:cNvSpPr>
          <p:nvPr>
            <p:ph type="body" sz="quarter" idx="17" hasCustomPrompt="1"/>
          </p:nvPr>
        </p:nvSpPr>
        <p:spPr>
          <a:xfrm>
            <a:off x="2933700" y="2959100"/>
            <a:ext cx="3378200" cy="246221"/>
          </a:xfrm>
          <a:noFill/>
        </p:spPr>
        <p:txBody>
          <a:bodyPr vert="horz" wrap="square" lIns="0" tIns="0" rIns="0" bIns="0" rtlCol="0">
            <a:spAutoFit/>
          </a:bodyPr>
          <a:lstStyle>
            <a:lvl1pPr algn="just">
              <a:defRPr lang="en-US" sz="1600" b="1" spc="-5" dirty="0" smtClean="0">
                <a:solidFill>
                  <a:schemeClr val="tx1"/>
                </a:solidFill>
                <a:latin typeface="Open Sans"/>
                <a:ea typeface="+mn-ea"/>
                <a:cs typeface="Open Sans"/>
              </a:defRPr>
            </a:lvl1pPr>
          </a:lstStyle>
          <a:p>
            <a:pPr marL="12700" lvl="0" indent="0">
              <a:buNone/>
              <a:tabLst>
                <a:tab pos="1040130" algn="l"/>
                <a:tab pos="1498600" algn="l"/>
                <a:tab pos="2292985" algn="l"/>
              </a:tabLst>
            </a:pPr>
            <a:r>
              <a:rPr lang="en-US"/>
              <a:t>EDIT MASTER TEXT STYLES</a:t>
            </a:r>
          </a:p>
        </p:txBody>
      </p:sp>
      <p:sp>
        <p:nvSpPr>
          <p:cNvPr id="11" name="object 4">
            <a:extLst>
              <a:ext uri="{FF2B5EF4-FFF2-40B4-BE49-F238E27FC236}">
                <a16:creationId xmlns:a16="http://schemas.microsoft.com/office/drawing/2014/main" id="{79A80F3D-6547-4720-BE25-773E02A53D0B}"/>
              </a:ext>
            </a:extLst>
          </p:cNvPr>
          <p:cNvSpPr/>
          <p:nvPr userDrawn="1"/>
        </p:nvSpPr>
        <p:spPr>
          <a:xfrm>
            <a:off x="2946400" y="1409700"/>
            <a:ext cx="1631950" cy="0"/>
          </a:xfrm>
          <a:custGeom>
            <a:avLst/>
            <a:gdLst/>
            <a:ahLst/>
            <a:cxnLst/>
            <a:rect l="l" t="t" r="r" b="b"/>
            <a:pathLst>
              <a:path w="1631950">
                <a:moveTo>
                  <a:pt x="1631569" y="0"/>
                </a:moveTo>
                <a:lnTo>
                  <a:pt x="0" y="0"/>
                </a:lnTo>
              </a:path>
            </a:pathLst>
          </a:custGeom>
          <a:ln w="76200">
            <a:solidFill>
              <a:schemeClr val="tx1"/>
            </a:solidFill>
          </a:ln>
        </p:spPr>
        <p:txBody>
          <a:bodyPr wrap="square" lIns="0" tIns="0" rIns="0" bIns="0" rtlCol="0"/>
          <a:lstStyle/>
          <a:p>
            <a:endParaRPr>
              <a:solidFill>
                <a:schemeClr val="tx1"/>
              </a:solidFill>
            </a:endParaRPr>
          </a:p>
        </p:txBody>
      </p:sp>
    </p:spTree>
    <p:extLst>
      <p:ext uri="{BB962C8B-B14F-4D97-AF65-F5344CB8AC3E}">
        <p14:creationId xmlns:p14="http://schemas.microsoft.com/office/powerpoint/2010/main" val="198220140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4"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a:t>Click to edit Master text styles</a:t>
            </a:r>
          </a:p>
        </p:txBody>
      </p:sp>
    </p:spTree>
    <p:extLst>
      <p:ext uri="{BB962C8B-B14F-4D97-AF65-F5344CB8AC3E}">
        <p14:creationId xmlns:p14="http://schemas.microsoft.com/office/powerpoint/2010/main" val="373790255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Left,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52800" cy="1993390"/>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
        <p:nvSpPr>
          <p:cNvPr id="5"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a:t>Click to edit Master text styles</a:t>
            </a:r>
          </a:p>
        </p:txBody>
      </p:sp>
    </p:spTree>
    <p:extLst>
      <p:ext uri="{BB962C8B-B14F-4D97-AF65-F5344CB8AC3E}">
        <p14:creationId xmlns:p14="http://schemas.microsoft.com/office/powerpoint/2010/main" val="361401914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Left sidebar">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048000" cy="1993390"/>
          </a:xfrm>
        </p:spPr>
        <p:txBody>
          <a:bodyPr vert="horz" lIns="0" tIns="45720" rIns="0" bIns="0" rtlCol="0" anchor="t" anchorCtr="0">
            <a:noAutofit/>
          </a:bodyPr>
          <a:lstStyle>
            <a:lvl1pPr>
              <a:defRPr lang="en-US" sz="3600" spc="-75" dirty="0">
                <a:latin typeface="+mn-lt"/>
              </a:defRPr>
            </a:lvl1pPr>
          </a:lstStyle>
          <a:p>
            <a:pPr lvl="0" defTabSz="685800">
              <a:lnSpc>
                <a:spcPct val="85000"/>
              </a:lnSpc>
            </a:pPr>
            <a:r>
              <a:rPr lang="en-US"/>
              <a:t>Click to edit Master title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46472961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47344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en-US"/>
              <a:t>Thank You </a:t>
            </a:r>
            <a:br>
              <a:rPr lang="en-US"/>
            </a:br>
            <a:r>
              <a:rPr lang="en-US"/>
              <a:t>Goes Here.</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en-US" sz="700">
                <a:solidFill>
                  <a:srgbClr val="000000"/>
                </a:solidFill>
                <a:ea typeface="Open Sans" charset="0"/>
                <a:cs typeface="Open Sans" charset="0"/>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br>
              <a:rPr lang="en-US" sz="700">
                <a:solidFill>
                  <a:srgbClr val="000000"/>
                </a:solidFill>
                <a:ea typeface="Open Sans" charset="0"/>
                <a:cs typeface="Open Sans" charset="0"/>
              </a:rPr>
            </a:br>
            <a:br>
              <a:rPr lang="en-US" sz="700">
                <a:solidFill>
                  <a:srgbClr val="000000"/>
                </a:solidFill>
                <a:ea typeface="Open Sans" charset="0"/>
                <a:cs typeface="Open Sans" charset="0"/>
              </a:rPr>
            </a:br>
            <a:endParaRPr lang="en-US" sz="700">
              <a:solidFill>
                <a:srgbClr val="000000"/>
              </a:solidFill>
              <a:ea typeface="Open Sans" charset="0"/>
              <a:cs typeface="Open Sans" charset="0"/>
            </a:endParaRPr>
          </a:p>
          <a:p>
            <a:pPr>
              <a:lnSpc>
                <a:spcPct val="120000"/>
              </a:lnSpc>
            </a:pPr>
            <a:r>
              <a:rPr lang="en-US" sz="700">
                <a:solidFill>
                  <a:srgbClr val="000000"/>
                </a:solidFill>
                <a:ea typeface="Open Sans" charset="0"/>
                <a:cs typeface="Open Sans" charset="0"/>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a:t>
            </a:r>
            <a:br>
              <a:rPr lang="en-US" sz="700">
                <a:solidFill>
                  <a:srgbClr val="000000"/>
                </a:solidFill>
                <a:ea typeface="Open Sans" charset="0"/>
                <a:cs typeface="Open Sans" charset="0"/>
              </a:rPr>
            </a:br>
            <a:r>
              <a:rPr lang="en-US" sz="700">
                <a:solidFill>
                  <a:srgbClr val="000000"/>
                </a:solidFill>
                <a:ea typeface="Open Sans" charset="0"/>
                <a:cs typeface="Open Sans" charset="0"/>
              </a:rPr>
              <a:t>the rules and regulations of public accounting.</a:t>
            </a:r>
          </a:p>
          <a:p>
            <a:endParaRPr lang="en-US" sz="700">
              <a:solidFill>
                <a:srgbClr val="000000"/>
              </a:solidFill>
              <a:ea typeface="Open Sans" charset="0"/>
              <a:cs typeface="Open Sans" charset="0"/>
              <a:sym typeface="Frutiger Next Pro Light" charset="0"/>
            </a:endParaRPr>
          </a:p>
          <a:p>
            <a:r>
              <a:rPr lang="en-US" sz="700" b="1">
                <a:solidFill>
                  <a:srgbClr val="000000"/>
                </a:solidFill>
                <a:ea typeface="Open Sans" charset="0"/>
                <a:cs typeface="Open Sans" charset="0"/>
                <a:sym typeface="Frutiger Next Pro Light" charset="0"/>
              </a:rPr>
              <a:t>Copyright © 2017 Deloitte Development LLC. </a:t>
            </a:r>
            <a:br>
              <a:rPr lang="en-US" sz="700">
                <a:solidFill>
                  <a:srgbClr val="000000"/>
                </a:solidFill>
                <a:ea typeface="Open Sans" charset="0"/>
                <a:cs typeface="Open Sans" charset="0"/>
                <a:sym typeface="Frutiger Next Pro Light" charset="0"/>
              </a:rPr>
            </a:br>
            <a:r>
              <a:rPr lang="en-US" sz="700" b="1">
                <a:solidFill>
                  <a:srgbClr val="000000"/>
                </a:solidFill>
                <a:ea typeface="Open Sans" charset="0"/>
                <a:cs typeface="Open Sans" charset="0"/>
                <a:sym typeface="Frutiger Next Pro Light" charset="0"/>
              </a:rPr>
              <a:t>All rights reserved. </a:t>
            </a:r>
            <a:r>
              <a:rPr lang="en-US" sz="700" b="1">
                <a:solidFill>
                  <a:srgbClr val="000000"/>
                </a:solidFill>
                <a:ea typeface="Open Sans" charset="0"/>
                <a:cs typeface="Open Sans" charset="0"/>
              </a:rPr>
              <a:t>Member of Deloitte Touche Tohmatsu Limited</a:t>
            </a: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Tree>
    <p:extLst>
      <p:ext uri="{BB962C8B-B14F-4D97-AF65-F5344CB8AC3E}">
        <p14:creationId xmlns:p14="http://schemas.microsoft.com/office/powerpoint/2010/main" val="1422259450"/>
      </p:ext>
    </p:extLst>
  </p:cSld>
  <p:clrMapOvr>
    <a:masterClrMapping/>
  </p:clrMapOv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en-US" sz="11500" b="1">
                <a:solidFill>
                  <a:srgbClr val="000000"/>
                </a:solidFill>
              </a:rPr>
              <a:t>Do not use this layout</a:t>
            </a:r>
          </a:p>
          <a:p>
            <a:pPr algn="ctr"/>
            <a:endParaRPr lang="en-US" sz="3200" b="1">
              <a:solidFill>
                <a:srgbClr val="000000"/>
              </a:solidFill>
            </a:endParaRPr>
          </a:p>
          <a:p>
            <a:pPr algn="ctr"/>
            <a:r>
              <a:rPr lang="en-US" sz="3200">
                <a:solidFill>
                  <a:srgbClr val="000000"/>
                </a:solidFill>
              </a:rPr>
              <a:t>Delete any master slides that occur after this layout</a:t>
            </a:r>
          </a:p>
        </p:txBody>
      </p:sp>
    </p:spTree>
    <p:extLst>
      <p:ext uri="{BB962C8B-B14F-4D97-AF65-F5344CB8AC3E}">
        <p14:creationId xmlns:p14="http://schemas.microsoft.com/office/powerpoint/2010/main" val="294903109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pic>
        <p:nvPicPr>
          <p:cNvPr id="17" name="Picture Placeholder 7"/>
          <p:cNvPicPr>
            <a:picLocks noChangeAspect="1"/>
          </p:cNvPicPr>
          <p:nvPr userDrawn="1"/>
        </p:nvPicPr>
        <p:blipFill>
          <a:blip r:embed="rId3">
            <a:extLst>
              <a:ext uri="{28A0092B-C50C-407E-A947-70E740481C1C}">
                <a14:useLocalDpi xmlns:a14="http://schemas.microsoft.com/office/drawing/2010/main" val="0"/>
              </a:ext>
            </a:extLst>
          </a:blip>
          <a:srcRect t="92" b="92"/>
          <a:stretch>
            <a:fillRect/>
          </a:stretch>
        </p:blipFill>
        <p:spPr>
          <a:xfrm>
            <a:off x="5599976" y="595116"/>
            <a:ext cx="5677624" cy="5667768"/>
          </a:xfrm>
          <a:prstGeom prst="rect">
            <a:avLst/>
          </a:prstGeom>
        </p:spPr>
      </p:pic>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Deloitte</a:t>
            </a:r>
            <a:r>
              <a:rPr lang="en-US" sz="650" baseline="0" noProof="0">
                <a:solidFill>
                  <a:schemeClr val="bg1"/>
                </a:solidFill>
              </a:rPr>
              <a:t> Consulting LLP</a:t>
            </a:r>
            <a:endParaRPr lang="en-US" sz="650" noProof="0">
              <a:solidFill>
                <a:schemeClr val="bg1"/>
              </a:solidFill>
            </a:endParaRPr>
          </a:p>
        </p:txBody>
      </p:sp>
      <p:sp>
        <p:nvSpPr>
          <p:cNvPr id="21" name="CaseCode">
            <a:extLst>
              <a:ext uri="{FF2B5EF4-FFF2-40B4-BE49-F238E27FC236}">
                <a16:creationId xmlns:a16="http://schemas.microsoft.com/office/drawing/2014/main" id="{8260E095-6E01-4028-A5D3-77318A43C535}"/>
              </a:ext>
            </a:extLst>
          </p:cNvPr>
          <p:cNvSpPr txBox="1"/>
          <p:nvPr userDrawn="1"/>
        </p:nvSpPr>
        <p:spPr>
          <a:xfrm>
            <a:off x="10624675" y="6444147"/>
            <a:ext cx="1067600" cy="123111"/>
          </a:xfrm>
          <a:prstGeom prst="rect">
            <a:avLst/>
          </a:prstGeom>
          <a:noFill/>
          <a:ln>
            <a:noFill/>
          </a:ln>
        </p:spPr>
        <p:txBody>
          <a:bodyPr wrap="none" lIns="0" tIns="0" rIns="0" bIns="0">
            <a:spAutoFit/>
          </a:bodyPr>
          <a:lstStyle>
            <a:defPPr>
              <a:defRPr lang="en-US"/>
            </a:defPPr>
            <a:lvl1pPr>
              <a:defRPr sz="800">
                <a:solidFill>
                  <a:srgbClr val="787878">
                    <a:lumMod val="60000"/>
                    <a:lumOff val="40000"/>
                  </a:srgbClr>
                </a:solidFill>
                <a:ea typeface="Open Sans" charset="0"/>
                <a:cs typeface="Open Sans" charset="0"/>
              </a:defRPr>
            </a:lvl1pPr>
          </a:lstStyle>
          <a:p>
            <a:pPr lvl="0"/>
            <a:r>
              <a:rPr lang="en-US" noProof="0"/>
              <a:t>Cloud Market Offering</a:t>
            </a:r>
          </a:p>
        </p:txBody>
      </p:sp>
    </p:spTree>
    <p:extLst>
      <p:ext uri="{BB962C8B-B14F-4D97-AF65-F5344CB8AC3E}">
        <p14:creationId xmlns:p14="http://schemas.microsoft.com/office/powerpoint/2010/main" val="3938631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image" Target="../media/image1.png"/><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image" Target="../media/image1.png"/><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image" Target="../media/image6.png"/><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theme" Target="../theme/theme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image" Target="../media/image1.png"/><Relationship Id="rId3" Type="http://schemas.openxmlformats.org/officeDocument/2006/relationships/slideLayout" Target="../slideLayouts/slideLayout81.xml"/><Relationship Id="rId21" Type="http://schemas.openxmlformats.org/officeDocument/2006/relationships/slideLayout" Target="../slideLayouts/slideLayout99.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theme" Target="../theme/theme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image" Target="../media/image1.png"/><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0" Type="http://schemas.openxmlformats.org/officeDocument/2006/relationships/slideLayout" Target="../slideLayouts/slideLayout122.xml"/><Relationship Id="rId29" Type="http://schemas.openxmlformats.org/officeDocument/2006/relationships/slideLayout" Target="../slideLayouts/slideLayout131.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theme" Target="../theme/theme6.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8" Type="http://schemas.openxmlformats.org/officeDocument/2006/relationships/slideLayout" Target="../slideLayouts/slideLayout110.xml"/><Relationship Id="rId3" Type="http://schemas.openxmlformats.org/officeDocument/2006/relationships/slideLayout" Target="../slideLayouts/slideLayout10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18" Type="http://schemas.openxmlformats.org/officeDocument/2006/relationships/oleObject" Target="../embeddings/oleObject2.bin"/><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tags" Target="../tags/tag65.xml"/><Relationship Id="rId2" Type="http://schemas.openxmlformats.org/officeDocument/2006/relationships/slideLayout" Target="../slideLayouts/slideLayout140.xml"/><Relationship Id="rId16" Type="http://schemas.openxmlformats.org/officeDocument/2006/relationships/tags" Target="../tags/tag64.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theme" Target="../theme/theme7.xml"/><Relationship Id="rId10" Type="http://schemas.openxmlformats.org/officeDocument/2006/relationships/slideLayout" Target="../slideLayouts/slideLayout148.xml"/><Relationship Id="rId19" Type="http://schemas.openxmlformats.org/officeDocument/2006/relationships/image" Target="../media/image13.emf"/><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2B5AD72-9F36-C24B-8030-2BC219374688}"/>
              </a:ext>
            </a:extLst>
          </p:cNvPr>
          <p:cNvSpPr/>
          <p:nvPr userDrawn="1"/>
        </p:nvSpPr>
        <p:spPr>
          <a:xfrm>
            <a:off x="11849100" y="6522815"/>
            <a:ext cx="148241" cy="200055"/>
          </a:xfrm>
          <a:prstGeom prst="rect">
            <a:avLst/>
          </a:prstGeom>
        </p:spPr>
        <p:txBody>
          <a:bodyPr wrap="square" lIns="0" r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84F2FB2-4A16-1542-BD5E-F56870239E74}" type="slidenum">
              <a:rPr lang="en-US" sz="700" smtClean="0">
                <a:solidFill>
                  <a:schemeClr val="tx1"/>
                </a:solidFill>
                <a:ea typeface="Open Sans" charset="0"/>
                <a:sym typeface="Frutiger Next Pro Light" charset="0"/>
              </a:rPr>
              <a:pPr marL="0" marR="0" lvl="0" indent="0" algn="l" defTabSz="914400" rtl="0" eaLnBrk="1" fontAlgn="base" latinLnBrk="0" hangingPunct="1">
                <a:lnSpc>
                  <a:spcPct val="100000"/>
                </a:lnSpc>
                <a:spcBef>
                  <a:spcPct val="0"/>
                </a:spcBef>
                <a:spcAft>
                  <a:spcPct val="0"/>
                </a:spcAft>
                <a:buClrTx/>
                <a:buSzTx/>
                <a:buFontTx/>
                <a:buNone/>
                <a:tabLst/>
                <a:defRPr/>
              </a:pPr>
              <a:t>‹#›</a:t>
            </a:fld>
            <a:r>
              <a:rPr lang="en-US" sz="700">
                <a:solidFill>
                  <a:schemeClr val="tx1"/>
                </a:solidFill>
                <a:ea typeface="Open Sans" charset="0"/>
                <a:sym typeface="Frutiger Next Pro Light" charset="0"/>
              </a:rPr>
              <a:t> </a:t>
            </a:r>
            <a:endParaRPr lang="en-US" sz="100">
              <a:solidFill>
                <a:schemeClr val="tx1"/>
              </a:solidFill>
              <a:ea typeface="Open Sans" charset="0"/>
              <a:sym typeface="Frutiger Next Pro Light" charset="0"/>
            </a:endParaRPr>
          </a:p>
        </p:txBody>
      </p:sp>
      <p:sp>
        <p:nvSpPr>
          <p:cNvPr id="2" name="Title Placeholder 1">
            <a:extLst>
              <a:ext uri="{FF2B5EF4-FFF2-40B4-BE49-F238E27FC236}">
                <a16:creationId xmlns:a16="http://schemas.microsoft.com/office/drawing/2014/main" id="{E279B523-95E7-EF45-8D4D-370258B3BB0C}"/>
              </a:ext>
            </a:extLst>
          </p:cNvPr>
          <p:cNvSpPr>
            <a:spLocks noGrp="1"/>
          </p:cNvSpPr>
          <p:nvPr>
            <p:ph type="title"/>
          </p:nvPr>
        </p:nvSpPr>
        <p:spPr>
          <a:xfrm>
            <a:off x="355553" y="419100"/>
            <a:ext cx="11404787" cy="723901"/>
          </a:xfrm>
          <a:prstGeom prst="rect">
            <a:avLst/>
          </a:prstGeom>
        </p:spPr>
        <p:txBody>
          <a:bodyPr vert="horz" lIns="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5DA5D-CC4D-0A4C-81A4-BFC973DE19F8}"/>
              </a:ext>
            </a:extLst>
          </p:cNvPr>
          <p:cNvSpPr>
            <a:spLocks noGrp="1"/>
          </p:cNvSpPr>
          <p:nvPr>
            <p:ph type="body" idx="1"/>
          </p:nvPr>
        </p:nvSpPr>
        <p:spPr>
          <a:xfrm>
            <a:off x="355553" y="1562100"/>
            <a:ext cx="11493547" cy="47244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logo&#10;&#10;Description automatically generated">
            <a:extLst>
              <a:ext uri="{FF2B5EF4-FFF2-40B4-BE49-F238E27FC236}">
                <a16:creationId xmlns:a16="http://schemas.microsoft.com/office/drawing/2014/main" id="{35593133-26FF-5D48-ABB6-FBFD91515EFB}"/>
              </a:ext>
            </a:extLst>
          </p:cNvPr>
          <p:cNvPicPr>
            <a:picLocks noChangeAspect="1"/>
          </p:cNvPicPr>
          <p:nvPr userDrawn="1"/>
        </p:nvPicPr>
        <p:blipFill>
          <a:blip r:embed="rId23"/>
          <a:stretch>
            <a:fillRect/>
          </a:stretch>
        </p:blipFill>
        <p:spPr>
          <a:xfrm>
            <a:off x="246443" y="6612656"/>
            <a:ext cx="740007" cy="110214"/>
          </a:xfrm>
          <a:prstGeom prst="rect">
            <a:avLst/>
          </a:prstGeom>
        </p:spPr>
      </p:pic>
    </p:spTree>
    <p:extLst>
      <p:ext uri="{BB962C8B-B14F-4D97-AF65-F5344CB8AC3E}">
        <p14:creationId xmlns:p14="http://schemas.microsoft.com/office/powerpoint/2010/main" val="3136543353"/>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3988" r:id="rId13"/>
    <p:sldLayoutId id="2147483989" r:id="rId14"/>
    <p:sldLayoutId id="2147483990" r:id="rId15"/>
    <p:sldLayoutId id="2147483991" r:id="rId16"/>
    <p:sldLayoutId id="2147483992" r:id="rId17"/>
    <p:sldLayoutId id="2147483994" r:id="rId18"/>
    <p:sldLayoutId id="2147483995" r:id="rId19"/>
    <p:sldLayoutId id="2147483996" r:id="rId20"/>
    <p:sldLayoutId id="2147484290" r:id="rId21"/>
  </p:sldLayoutIdLst>
  <p:hf hdr="0" ftr="0"/>
  <p:txStyles>
    <p:titleStyle>
      <a:lvl1pPr algn="l" defTabSz="914400" rtl="0" eaLnBrk="1" latinLnBrk="0" hangingPunct="1">
        <a:lnSpc>
          <a:spcPct val="90000"/>
        </a:lnSpc>
        <a:spcBef>
          <a:spcPct val="0"/>
        </a:spcBef>
        <a:buNone/>
        <a:defRPr sz="2800" b="0" i="0" kern="1200" spc="0" baseline="0">
          <a:solidFill>
            <a:srgbClr val="181432"/>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2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0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64">
          <p15:clr>
            <a:srgbClr val="F26B43"/>
          </p15:clr>
        </p15:guide>
        <p15:guide id="7" pos="864">
          <p15:clr>
            <a:srgbClr val="F26B43"/>
          </p15:clr>
        </p15:guide>
        <p15:guide id="8" pos="1488">
          <p15:clr>
            <a:srgbClr val="F26B43"/>
          </p15:clr>
        </p15:guide>
        <p15:guide id="11" pos="216">
          <p15:clr>
            <a:srgbClr val="F26B43"/>
          </p15:clr>
        </p15:guide>
        <p15:guide id="14" pos="2616">
          <p15:clr>
            <a:srgbClr val="F26B43"/>
          </p15:clr>
        </p15:guide>
        <p15:guide id="15" pos="3216">
          <p15:clr>
            <a:srgbClr val="F26B43"/>
          </p15:clr>
        </p15:guide>
        <p15:guide id="16" pos="3288">
          <p15:clr>
            <a:srgbClr val="F26B43"/>
          </p15:clr>
        </p15:guide>
        <p15:guide id="17" pos="3816">
          <p15:clr>
            <a:srgbClr val="F26B43"/>
          </p15:clr>
        </p15:guide>
        <p15:guide id="18" pos="3888">
          <p15:clr>
            <a:srgbClr val="F26B43"/>
          </p15:clr>
        </p15:guide>
        <p15:guide id="19" pos="4488">
          <p15:clr>
            <a:srgbClr val="F26B43"/>
          </p15:clr>
        </p15:guide>
        <p15:guide id="20" pos="4416">
          <p15:clr>
            <a:srgbClr val="F26B43"/>
          </p15:clr>
        </p15:guide>
        <p15:guide id="21" pos="2088">
          <p15:clr>
            <a:srgbClr val="F26B43"/>
          </p15:clr>
        </p15:guide>
        <p15:guide id="22" pos="2016">
          <p15:clr>
            <a:srgbClr val="F26B43"/>
          </p15:clr>
        </p15:guide>
        <p15:guide id="23" pos="2688">
          <p15:clr>
            <a:srgbClr val="F26B43"/>
          </p15:clr>
        </p15:guide>
        <p15:guide id="26" pos="5016">
          <p15:clr>
            <a:srgbClr val="F26B43"/>
          </p15:clr>
        </p15:guide>
        <p15:guide id="27" pos="5088">
          <p15:clr>
            <a:srgbClr val="F26B43"/>
          </p15:clr>
        </p15:guide>
        <p15:guide id="28" pos="5640">
          <p15:clr>
            <a:srgbClr val="F26B43"/>
          </p15:clr>
        </p15:guide>
        <p15:guide id="29" pos="5712">
          <p15:clr>
            <a:srgbClr val="F26B43"/>
          </p15:clr>
        </p15:guide>
        <p15:guide id="30" pos="6240">
          <p15:clr>
            <a:srgbClr val="F26B43"/>
          </p15:clr>
        </p15:guide>
        <p15:guide id="31" pos="6312">
          <p15:clr>
            <a:srgbClr val="F26B43"/>
          </p15:clr>
        </p15:guide>
        <p15:guide id="32" pos="6864">
          <p15:clr>
            <a:srgbClr val="F26B43"/>
          </p15:clr>
        </p15:guide>
        <p15:guide id="33" pos="6936">
          <p15:clr>
            <a:srgbClr val="F26B43"/>
          </p15:clr>
        </p15:guide>
        <p15:guide id="35" pos="792">
          <p15:clr>
            <a:srgbClr val="F26B43"/>
          </p15:clr>
        </p15:guide>
        <p15:guide id="36" orient="horz" pos="72">
          <p15:clr>
            <a:srgbClr val="F26B43"/>
          </p15:clr>
        </p15:guide>
        <p15:guide id="37" orient="horz" pos="4104">
          <p15:clr>
            <a:srgbClr val="F26B43"/>
          </p15:clr>
        </p15:guide>
        <p15:guide id="38" orient="horz" pos="4248">
          <p15:clr>
            <a:srgbClr val="F26B43"/>
          </p15:clr>
        </p15:guide>
        <p15:guide id="39" orient="horz" pos="3960">
          <p15:clr>
            <a:srgbClr val="F26B43"/>
          </p15:clr>
        </p15:guide>
        <p15:guide id="40" orient="horz" pos="264">
          <p15:clr>
            <a:srgbClr val="F26B43"/>
          </p15:clr>
        </p15:guide>
        <p15:guide id="44" pos="14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9B523-95E7-EF45-8D4D-370258B3BB0C}"/>
              </a:ext>
            </a:extLst>
          </p:cNvPr>
          <p:cNvSpPr>
            <a:spLocks noGrp="1"/>
          </p:cNvSpPr>
          <p:nvPr>
            <p:ph type="title"/>
          </p:nvPr>
        </p:nvSpPr>
        <p:spPr>
          <a:xfrm>
            <a:off x="355553" y="419100"/>
            <a:ext cx="11404787" cy="723901"/>
          </a:xfrm>
          <a:prstGeom prst="rect">
            <a:avLst/>
          </a:prstGeom>
        </p:spPr>
        <p:txBody>
          <a:bodyPr vert="horz" lIns="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5DA5D-CC4D-0A4C-81A4-BFC973DE19F8}"/>
              </a:ext>
            </a:extLst>
          </p:cNvPr>
          <p:cNvSpPr>
            <a:spLocks noGrp="1"/>
          </p:cNvSpPr>
          <p:nvPr>
            <p:ph type="body" idx="1"/>
          </p:nvPr>
        </p:nvSpPr>
        <p:spPr>
          <a:xfrm>
            <a:off x="355553" y="1562100"/>
            <a:ext cx="11493547" cy="47244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logo&#10;&#10;Description automatically generated">
            <a:extLst>
              <a:ext uri="{FF2B5EF4-FFF2-40B4-BE49-F238E27FC236}">
                <a16:creationId xmlns:a16="http://schemas.microsoft.com/office/drawing/2014/main" id="{35593133-26FF-5D48-ABB6-FBFD91515EFB}"/>
              </a:ext>
            </a:extLst>
          </p:cNvPr>
          <p:cNvPicPr>
            <a:picLocks noChangeAspect="1"/>
          </p:cNvPicPr>
          <p:nvPr/>
        </p:nvPicPr>
        <p:blipFill>
          <a:blip r:embed="rId16"/>
          <a:stretch>
            <a:fillRect/>
          </a:stretch>
        </p:blipFill>
        <p:spPr>
          <a:xfrm>
            <a:off x="11109093" y="6595385"/>
            <a:ext cx="740007" cy="110214"/>
          </a:xfrm>
          <a:prstGeom prst="rect">
            <a:avLst/>
          </a:prstGeom>
        </p:spPr>
      </p:pic>
      <p:pic>
        <p:nvPicPr>
          <p:cNvPr id="8" name="Picture 7" descr="A picture containing logo&#10;&#10;Description automatically generated">
            <a:extLst>
              <a:ext uri="{FF2B5EF4-FFF2-40B4-BE49-F238E27FC236}">
                <a16:creationId xmlns:a16="http://schemas.microsoft.com/office/drawing/2014/main" id="{9E65AE1E-D250-4006-A6D4-E83AEE2C3E55}"/>
              </a:ext>
            </a:extLst>
          </p:cNvPr>
          <p:cNvPicPr>
            <a:picLocks noChangeAspect="1"/>
          </p:cNvPicPr>
          <p:nvPr userDrawn="1"/>
        </p:nvPicPr>
        <p:blipFill>
          <a:blip r:embed="rId16"/>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2517649743"/>
      </p:ext>
    </p:extLst>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 id="2147484044" r:id="rId4"/>
    <p:sldLayoutId id="2147484045" r:id="rId5"/>
    <p:sldLayoutId id="2147484046" r:id="rId6"/>
    <p:sldLayoutId id="2147484047" r:id="rId7"/>
    <p:sldLayoutId id="2147484048" r:id="rId8"/>
    <p:sldLayoutId id="2147484049" r:id="rId9"/>
    <p:sldLayoutId id="2147484053" r:id="rId10"/>
    <p:sldLayoutId id="2147484064" r:id="rId11"/>
    <p:sldLayoutId id="2147484069" r:id="rId12"/>
    <p:sldLayoutId id="2147484072" r:id="rId13"/>
    <p:sldLayoutId id="2147484075" r:id="rId14"/>
  </p:sldLayoutIdLst>
  <p:hf hdr="0" ftr="0"/>
  <p:txStyles>
    <p:titleStyle>
      <a:lvl1pPr algn="l" defTabSz="914400" rtl="0" eaLnBrk="1" latinLnBrk="0" hangingPunct="1">
        <a:lnSpc>
          <a:spcPct val="90000"/>
        </a:lnSpc>
        <a:spcBef>
          <a:spcPct val="0"/>
        </a:spcBef>
        <a:buNone/>
        <a:defRPr sz="2800" b="0" i="0" kern="1200" spc="0" baseline="0">
          <a:solidFill>
            <a:srgbClr val="181432"/>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2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0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64">
          <p15:clr>
            <a:srgbClr val="F26B43"/>
          </p15:clr>
        </p15:guide>
        <p15:guide id="7" pos="864">
          <p15:clr>
            <a:srgbClr val="F26B43"/>
          </p15:clr>
        </p15:guide>
        <p15:guide id="8" pos="1488">
          <p15:clr>
            <a:srgbClr val="F26B43"/>
          </p15:clr>
        </p15:guide>
        <p15:guide id="11" pos="216">
          <p15:clr>
            <a:srgbClr val="F26B43"/>
          </p15:clr>
        </p15:guide>
        <p15:guide id="14" pos="2616">
          <p15:clr>
            <a:srgbClr val="F26B43"/>
          </p15:clr>
        </p15:guide>
        <p15:guide id="15" pos="3216">
          <p15:clr>
            <a:srgbClr val="F26B43"/>
          </p15:clr>
        </p15:guide>
        <p15:guide id="16" pos="3288">
          <p15:clr>
            <a:srgbClr val="F26B43"/>
          </p15:clr>
        </p15:guide>
        <p15:guide id="17" pos="3816">
          <p15:clr>
            <a:srgbClr val="F26B43"/>
          </p15:clr>
        </p15:guide>
        <p15:guide id="18" pos="3888">
          <p15:clr>
            <a:srgbClr val="F26B43"/>
          </p15:clr>
        </p15:guide>
        <p15:guide id="19" pos="4488">
          <p15:clr>
            <a:srgbClr val="F26B43"/>
          </p15:clr>
        </p15:guide>
        <p15:guide id="20" pos="4416">
          <p15:clr>
            <a:srgbClr val="F26B43"/>
          </p15:clr>
        </p15:guide>
        <p15:guide id="21" pos="2088">
          <p15:clr>
            <a:srgbClr val="F26B43"/>
          </p15:clr>
        </p15:guide>
        <p15:guide id="22" pos="2016">
          <p15:clr>
            <a:srgbClr val="F26B43"/>
          </p15:clr>
        </p15:guide>
        <p15:guide id="23" pos="2688">
          <p15:clr>
            <a:srgbClr val="F26B43"/>
          </p15:clr>
        </p15:guide>
        <p15:guide id="26" pos="5016">
          <p15:clr>
            <a:srgbClr val="F26B43"/>
          </p15:clr>
        </p15:guide>
        <p15:guide id="27" pos="5088">
          <p15:clr>
            <a:srgbClr val="F26B43"/>
          </p15:clr>
        </p15:guide>
        <p15:guide id="28" pos="5640">
          <p15:clr>
            <a:srgbClr val="F26B43"/>
          </p15:clr>
        </p15:guide>
        <p15:guide id="29" pos="5712">
          <p15:clr>
            <a:srgbClr val="F26B43"/>
          </p15:clr>
        </p15:guide>
        <p15:guide id="30" pos="6240">
          <p15:clr>
            <a:srgbClr val="F26B43"/>
          </p15:clr>
        </p15:guide>
        <p15:guide id="31" pos="6312">
          <p15:clr>
            <a:srgbClr val="F26B43"/>
          </p15:clr>
        </p15:guide>
        <p15:guide id="32" pos="6864">
          <p15:clr>
            <a:srgbClr val="F26B43"/>
          </p15:clr>
        </p15:guide>
        <p15:guide id="33" pos="6936">
          <p15:clr>
            <a:srgbClr val="F26B43"/>
          </p15:clr>
        </p15:guide>
        <p15:guide id="35" pos="792">
          <p15:clr>
            <a:srgbClr val="F26B43"/>
          </p15:clr>
        </p15:guide>
        <p15:guide id="36" orient="horz" pos="72">
          <p15:clr>
            <a:srgbClr val="F26B43"/>
          </p15:clr>
        </p15:guide>
        <p15:guide id="37" orient="horz" pos="4104">
          <p15:clr>
            <a:srgbClr val="F26B43"/>
          </p15:clr>
        </p15:guide>
        <p15:guide id="38" orient="horz" pos="4248">
          <p15:clr>
            <a:srgbClr val="F26B43"/>
          </p15:clr>
        </p15:guide>
        <p15:guide id="39" orient="horz" pos="3960">
          <p15:clr>
            <a:srgbClr val="F26B43"/>
          </p15:clr>
        </p15:guide>
        <p15:guide id="40" orient="horz" pos="264">
          <p15:clr>
            <a:srgbClr val="F26B43"/>
          </p15:clr>
        </p15:guide>
        <p15:guide id="44" pos="14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9B523-95E7-EF45-8D4D-370258B3BB0C}"/>
              </a:ext>
            </a:extLst>
          </p:cNvPr>
          <p:cNvSpPr>
            <a:spLocks noGrp="1"/>
          </p:cNvSpPr>
          <p:nvPr>
            <p:ph type="title"/>
          </p:nvPr>
        </p:nvSpPr>
        <p:spPr>
          <a:xfrm>
            <a:off x="355553" y="419100"/>
            <a:ext cx="11404787" cy="723901"/>
          </a:xfrm>
          <a:prstGeom prst="rect">
            <a:avLst/>
          </a:prstGeom>
        </p:spPr>
        <p:txBody>
          <a:bodyPr vert="horz" lIns="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5DA5D-CC4D-0A4C-81A4-BFC973DE19F8}"/>
              </a:ext>
            </a:extLst>
          </p:cNvPr>
          <p:cNvSpPr>
            <a:spLocks noGrp="1"/>
          </p:cNvSpPr>
          <p:nvPr>
            <p:ph type="body" idx="1"/>
          </p:nvPr>
        </p:nvSpPr>
        <p:spPr>
          <a:xfrm>
            <a:off x="355553" y="1562100"/>
            <a:ext cx="11493547" cy="47244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logo&#10;&#10;Description automatically generated">
            <a:extLst>
              <a:ext uri="{FF2B5EF4-FFF2-40B4-BE49-F238E27FC236}">
                <a16:creationId xmlns:a16="http://schemas.microsoft.com/office/drawing/2014/main" id="{35593133-26FF-5D48-ABB6-FBFD91515EFB}"/>
              </a:ext>
            </a:extLst>
          </p:cNvPr>
          <p:cNvPicPr>
            <a:picLocks noChangeAspect="1"/>
          </p:cNvPicPr>
          <p:nvPr userDrawn="1"/>
        </p:nvPicPr>
        <p:blipFill>
          <a:blip r:embed="rId23"/>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3499148828"/>
      </p:ext>
    </p:extLst>
  </p:cSld>
  <p:clrMap bg1="lt1" tx1="dk1" bg2="lt2" tx2="dk2" accent1="accent1" accent2="accent2" accent3="accent3" accent4="accent4" accent5="accent5" accent6="accent6" hlink="hlink" folHlink="folHlink"/>
  <p:sldLayoutIdLst>
    <p:sldLayoutId id="2147484106" r:id="rId1"/>
    <p:sldLayoutId id="2147484107" r:id="rId2"/>
    <p:sldLayoutId id="2147484108" r:id="rId3"/>
    <p:sldLayoutId id="2147484109" r:id="rId4"/>
    <p:sldLayoutId id="2147484110" r:id="rId5"/>
    <p:sldLayoutId id="2147484111" r:id="rId6"/>
    <p:sldLayoutId id="2147484112" r:id="rId7"/>
    <p:sldLayoutId id="2147484113" r:id="rId8"/>
    <p:sldLayoutId id="2147484114" r:id="rId9"/>
    <p:sldLayoutId id="2147484115" r:id="rId10"/>
    <p:sldLayoutId id="2147484116" r:id="rId11"/>
    <p:sldLayoutId id="2147484117" r:id="rId12"/>
    <p:sldLayoutId id="2147484118" r:id="rId13"/>
    <p:sldLayoutId id="2147484119" r:id="rId14"/>
    <p:sldLayoutId id="2147484120" r:id="rId15"/>
    <p:sldLayoutId id="2147484121" r:id="rId16"/>
    <p:sldLayoutId id="2147484122" r:id="rId17"/>
    <p:sldLayoutId id="2147484123" r:id="rId18"/>
    <p:sldLayoutId id="2147484124" r:id="rId19"/>
    <p:sldLayoutId id="2147484125" r:id="rId20"/>
    <p:sldLayoutId id="2147484126" r:id="rId21"/>
  </p:sldLayoutIdLst>
  <p:hf hdr="0" ftr="0"/>
  <p:txStyles>
    <p:titleStyle>
      <a:lvl1pPr algn="l" defTabSz="914400" rtl="0" eaLnBrk="1" latinLnBrk="0" hangingPunct="1">
        <a:lnSpc>
          <a:spcPct val="90000"/>
        </a:lnSpc>
        <a:spcBef>
          <a:spcPct val="0"/>
        </a:spcBef>
        <a:buNone/>
        <a:defRPr sz="2800" b="0" i="0" kern="1200" spc="0" baseline="0">
          <a:solidFill>
            <a:srgbClr val="181432"/>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2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0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64">
          <p15:clr>
            <a:srgbClr val="F26B43"/>
          </p15:clr>
        </p15:guide>
        <p15:guide id="7" pos="864">
          <p15:clr>
            <a:srgbClr val="F26B43"/>
          </p15:clr>
        </p15:guide>
        <p15:guide id="8" pos="1488">
          <p15:clr>
            <a:srgbClr val="F26B43"/>
          </p15:clr>
        </p15:guide>
        <p15:guide id="11" pos="216">
          <p15:clr>
            <a:srgbClr val="F26B43"/>
          </p15:clr>
        </p15:guide>
        <p15:guide id="14" pos="2616">
          <p15:clr>
            <a:srgbClr val="F26B43"/>
          </p15:clr>
        </p15:guide>
        <p15:guide id="15" pos="3216">
          <p15:clr>
            <a:srgbClr val="F26B43"/>
          </p15:clr>
        </p15:guide>
        <p15:guide id="16" pos="3288">
          <p15:clr>
            <a:srgbClr val="F26B43"/>
          </p15:clr>
        </p15:guide>
        <p15:guide id="17" pos="3816">
          <p15:clr>
            <a:srgbClr val="F26B43"/>
          </p15:clr>
        </p15:guide>
        <p15:guide id="18" pos="3888">
          <p15:clr>
            <a:srgbClr val="F26B43"/>
          </p15:clr>
        </p15:guide>
        <p15:guide id="19" pos="4488">
          <p15:clr>
            <a:srgbClr val="F26B43"/>
          </p15:clr>
        </p15:guide>
        <p15:guide id="20" pos="4416">
          <p15:clr>
            <a:srgbClr val="F26B43"/>
          </p15:clr>
        </p15:guide>
        <p15:guide id="21" pos="2088">
          <p15:clr>
            <a:srgbClr val="F26B43"/>
          </p15:clr>
        </p15:guide>
        <p15:guide id="22" pos="2016">
          <p15:clr>
            <a:srgbClr val="F26B43"/>
          </p15:clr>
        </p15:guide>
        <p15:guide id="23" pos="2688">
          <p15:clr>
            <a:srgbClr val="F26B43"/>
          </p15:clr>
        </p15:guide>
        <p15:guide id="26" pos="5016">
          <p15:clr>
            <a:srgbClr val="F26B43"/>
          </p15:clr>
        </p15:guide>
        <p15:guide id="27" pos="5088">
          <p15:clr>
            <a:srgbClr val="F26B43"/>
          </p15:clr>
        </p15:guide>
        <p15:guide id="28" pos="5640">
          <p15:clr>
            <a:srgbClr val="F26B43"/>
          </p15:clr>
        </p15:guide>
        <p15:guide id="29" pos="5712">
          <p15:clr>
            <a:srgbClr val="F26B43"/>
          </p15:clr>
        </p15:guide>
        <p15:guide id="30" pos="6240">
          <p15:clr>
            <a:srgbClr val="F26B43"/>
          </p15:clr>
        </p15:guide>
        <p15:guide id="31" pos="6312">
          <p15:clr>
            <a:srgbClr val="F26B43"/>
          </p15:clr>
        </p15:guide>
        <p15:guide id="32" pos="6864">
          <p15:clr>
            <a:srgbClr val="F26B43"/>
          </p15:clr>
        </p15:guide>
        <p15:guide id="33" pos="6936">
          <p15:clr>
            <a:srgbClr val="F26B43"/>
          </p15:clr>
        </p15:guide>
        <p15:guide id="35" pos="792">
          <p15:clr>
            <a:srgbClr val="F26B43"/>
          </p15:clr>
        </p15:guide>
        <p15:guide id="36" orient="horz" pos="72">
          <p15:clr>
            <a:srgbClr val="F26B43"/>
          </p15:clr>
        </p15:guide>
        <p15:guide id="37" orient="horz" pos="4104">
          <p15:clr>
            <a:srgbClr val="F26B43"/>
          </p15:clr>
        </p15:guide>
        <p15:guide id="38" orient="horz" pos="4248">
          <p15:clr>
            <a:srgbClr val="F26B43"/>
          </p15:clr>
        </p15:guide>
        <p15:guide id="39" orient="horz" pos="3960">
          <p15:clr>
            <a:srgbClr val="F26B43"/>
          </p15:clr>
        </p15:guide>
        <p15:guide id="40" orient="horz" pos="264">
          <p15:clr>
            <a:srgbClr val="F26B43"/>
          </p15:clr>
        </p15:guide>
        <p15:guide id="44" pos="14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9B523-95E7-EF45-8D4D-370258B3BB0C}"/>
              </a:ext>
            </a:extLst>
          </p:cNvPr>
          <p:cNvSpPr>
            <a:spLocks noGrp="1"/>
          </p:cNvSpPr>
          <p:nvPr>
            <p:ph type="title"/>
          </p:nvPr>
        </p:nvSpPr>
        <p:spPr>
          <a:xfrm>
            <a:off x="355553" y="419100"/>
            <a:ext cx="11404787" cy="723901"/>
          </a:xfrm>
          <a:prstGeom prst="rect">
            <a:avLst/>
          </a:prstGeom>
        </p:spPr>
        <p:txBody>
          <a:bodyPr vert="horz" lIns="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5DA5D-CC4D-0A4C-81A4-BFC973DE19F8}"/>
              </a:ext>
            </a:extLst>
          </p:cNvPr>
          <p:cNvSpPr>
            <a:spLocks noGrp="1"/>
          </p:cNvSpPr>
          <p:nvPr>
            <p:ph type="body" idx="1"/>
          </p:nvPr>
        </p:nvSpPr>
        <p:spPr>
          <a:xfrm>
            <a:off x="355553" y="1562100"/>
            <a:ext cx="11493547" cy="47244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logo&#10;&#10;Description automatically generated">
            <a:extLst>
              <a:ext uri="{FF2B5EF4-FFF2-40B4-BE49-F238E27FC236}">
                <a16:creationId xmlns:a16="http://schemas.microsoft.com/office/drawing/2014/main" id="{35593133-26FF-5D48-ABB6-FBFD91515EFB}"/>
              </a:ext>
            </a:extLst>
          </p:cNvPr>
          <p:cNvPicPr>
            <a:picLocks noChangeAspect="1"/>
          </p:cNvPicPr>
          <p:nvPr userDrawn="1"/>
        </p:nvPicPr>
        <p:blipFill>
          <a:blip r:embed="rId24" cstate="screen">
            <a:extLst>
              <a:ext uri="{28A0092B-C50C-407E-A947-70E740481C1C}">
                <a14:useLocalDpi xmlns:a14="http://schemas.microsoft.com/office/drawing/2010/main"/>
              </a:ext>
            </a:extLst>
          </a:blip>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1579557718"/>
      </p:ext>
    </p:extLst>
  </p:cSld>
  <p:clrMap bg1="lt1" tx1="dk1" bg2="lt2" tx2="dk2" accent1="accent1" accent2="accent2" accent3="accent3" accent4="accent4" accent5="accent5" accent6="accent6" hlink="hlink" folHlink="folHlink"/>
  <p:sldLayoutIdLst>
    <p:sldLayoutId id="2147484162" r:id="rId1"/>
    <p:sldLayoutId id="2147484163" r:id="rId2"/>
    <p:sldLayoutId id="2147484164" r:id="rId3"/>
    <p:sldLayoutId id="2147484165" r:id="rId4"/>
    <p:sldLayoutId id="2147484166" r:id="rId5"/>
    <p:sldLayoutId id="2147484167" r:id="rId6"/>
    <p:sldLayoutId id="2147484168" r:id="rId7"/>
    <p:sldLayoutId id="2147484169" r:id="rId8"/>
    <p:sldLayoutId id="2147484170" r:id="rId9"/>
    <p:sldLayoutId id="2147484171" r:id="rId10"/>
    <p:sldLayoutId id="2147484172" r:id="rId11"/>
    <p:sldLayoutId id="2147484173" r:id="rId12"/>
    <p:sldLayoutId id="2147484174" r:id="rId13"/>
    <p:sldLayoutId id="2147484175" r:id="rId14"/>
    <p:sldLayoutId id="2147484176" r:id="rId15"/>
    <p:sldLayoutId id="2147484177" r:id="rId16"/>
    <p:sldLayoutId id="2147484178" r:id="rId17"/>
    <p:sldLayoutId id="2147484179" r:id="rId18"/>
    <p:sldLayoutId id="2147484180" r:id="rId19"/>
    <p:sldLayoutId id="2147484181" r:id="rId20"/>
    <p:sldLayoutId id="2147484182" r:id="rId21"/>
    <p:sldLayoutId id="2147484185" r:id="rId22"/>
  </p:sldLayoutIdLst>
  <p:hf hdr="0" ftr="0"/>
  <p:txStyles>
    <p:titleStyle>
      <a:lvl1pPr algn="l" defTabSz="914400" rtl="0" eaLnBrk="1" latinLnBrk="0" hangingPunct="1">
        <a:lnSpc>
          <a:spcPct val="90000"/>
        </a:lnSpc>
        <a:spcBef>
          <a:spcPct val="0"/>
        </a:spcBef>
        <a:buNone/>
        <a:defRPr sz="2800" b="0" i="0" kern="1200" spc="0" baseline="0">
          <a:solidFill>
            <a:srgbClr val="181432"/>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2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0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64">
          <p15:clr>
            <a:srgbClr val="F26B43"/>
          </p15:clr>
        </p15:guide>
        <p15:guide id="7" pos="864">
          <p15:clr>
            <a:srgbClr val="F26B43"/>
          </p15:clr>
        </p15:guide>
        <p15:guide id="8" pos="1488">
          <p15:clr>
            <a:srgbClr val="F26B43"/>
          </p15:clr>
        </p15:guide>
        <p15:guide id="11" pos="216">
          <p15:clr>
            <a:srgbClr val="F26B43"/>
          </p15:clr>
        </p15:guide>
        <p15:guide id="14" pos="2616">
          <p15:clr>
            <a:srgbClr val="F26B43"/>
          </p15:clr>
        </p15:guide>
        <p15:guide id="15" pos="3216">
          <p15:clr>
            <a:srgbClr val="F26B43"/>
          </p15:clr>
        </p15:guide>
        <p15:guide id="16" pos="3288">
          <p15:clr>
            <a:srgbClr val="F26B43"/>
          </p15:clr>
        </p15:guide>
        <p15:guide id="17" pos="3816">
          <p15:clr>
            <a:srgbClr val="F26B43"/>
          </p15:clr>
        </p15:guide>
        <p15:guide id="18" pos="3888">
          <p15:clr>
            <a:srgbClr val="F26B43"/>
          </p15:clr>
        </p15:guide>
        <p15:guide id="19" pos="4488">
          <p15:clr>
            <a:srgbClr val="F26B43"/>
          </p15:clr>
        </p15:guide>
        <p15:guide id="20" pos="4416">
          <p15:clr>
            <a:srgbClr val="F26B43"/>
          </p15:clr>
        </p15:guide>
        <p15:guide id="21" pos="2088">
          <p15:clr>
            <a:srgbClr val="F26B43"/>
          </p15:clr>
        </p15:guide>
        <p15:guide id="22" pos="2016">
          <p15:clr>
            <a:srgbClr val="F26B43"/>
          </p15:clr>
        </p15:guide>
        <p15:guide id="23" pos="2688">
          <p15:clr>
            <a:srgbClr val="F26B43"/>
          </p15:clr>
        </p15:guide>
        <p15:guide id="26" pos="5016">
          <p15:clr>
            <a:srgbClr val="F26B43"/>
          </p15:clr>
        </p15:guide>
        <p15:guide id="27" pos="5088">
          <p15:clr>
            <a:srgbClr val="F26B43"/>
          </p15:clr>
        </p15:guide>
        <p15:guide id="28" pos="5640">
          <p15:clr>
            <a:srgbClr val="F26B43"/>
          </p15:clr>
        </p15:guide>
        <p15:guide id="29" pos="5712">
          <p15:clr>
            <a:srgbClr val="F26B43"/>
          </p15:clr>
        </p15:guide>
        <p15:guide id="30" pos="6240">
          <p15:clr>
            <a:srgbClr val="F26B43"/>
          </p15:clr>
        </p15:guide>
        <p15:guide id="31" pos="6312">
          <p15:clr>
            <a:srgbClr val="F26B43"/>
          </p15:clr>
        </p15:guide>
        <p15:guide id="32" pos="6864">
          <p15:clr>
            <a:srgbClr val="F26B43"/>
          </p15:clr>
        </p15:guide>
        <p15:guide id="33" pos="6936">
          <p15:clr>
            <a:srgbClr val="F26B43"/>
          </p15:clr>
        </p15:guide>
        <p15:guide id="35" pos="792">
          <p15:clr>
            <a:srgbClr val="F26B43"/>
          </p15:clr>
        </p15:guide>
        <p15:guide id="36" orient="horz" pos="72">
          <p15:clr>
            <a:srgbClr val="F26B43"/>
          </p15:clr>
        </p15:guide>
        <p15:guide id="37" orient="horz" pos="4104">
          <p15:clr>
            <a:srgbClr val="F26B43"/>
          </p15:clr>
        </p15:guide>
        <p15:guide id="38" orient="horz" pos="4248">
          <p15:clr>
            <a:srgbClr val="F26B43"/>
          </p15:clr>
        </p15:guide>
        <p15:guide id="39" orient="horz" pos="3960">
          <p15:clr>
            <a:srgbClr val="F26B43"/>
          </p15:clr>
        </p15:guide>
        <p15:guide id="40" orient="horz" pos="264">
          <p15:clr>
            <a:srgbClr val="F26B43"/>
          </p15:clr>
        </p15:guide>
        <p15:guide id="44" pos="141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9B523-95E7-EF45-8D4D-370258B3BB0C}"/>
              </a:ext>
            </a:extLst>
          </p:cNvPr>
          <p:cNvSpPr>
            <a:spLocks noGrp="1"/>
          </p:cNvSpPr>
          <p:nvPr>
            <p:ph type="title"/>
          </p:nvPr>
        </p:nvSpPr>
        <p:spPr>
          <a:xfrm>
            <a:off x="355553" y="419100"/>
            <a:ext cx="11404787" cy="723901"/>
          </a:xfrm>
          <a:prstGeom prst="rect">
            <a:avLst/>
          </a:prstGeom>
        </p:spPr>
        <p:txBody>
          <a:bodyPr vert="horz" lIns="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5DA5D-CC4D-0A4C-81A4-BFC973DE19F8}"/>
              </a:ext>
            </a:extLst>
          </p:cNvPr>
          <p:cNvSpPr>
            <a:spLocks noGrp="1"/>
          </p:cNvSpPr>
          <p:nvPr>
            <p:ph type="body" idx="1"/>
          </p:nvPr>
        </p:nvSpPr>
        <p:spPr>
          <a:xfrm>
            <a:off x="355553" y="1562100"/>
            <a:ext cx="11493547" cy="47244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logo&#10;&#10;Description automatically generated">
            <a:extLst>
              <a:ext uri="{FF2B5EF4-FFF2-40B4-BE49-F238E27FC236}">
                <a16:creationId xmlns:a16="http://schemas.microsoft.com/office/drawing/2014/main" id="{35593133-26FF-5D48-ABB6-FBFD91515EFB}"/>
              </a:ext>
            </a:extLst>
          </p:cNvPr>
          <p:cNvPicPr>
            <a:picLocks noChangeAspect="1"/>
          </p:cNvPicPr>
          <p:nvPr userDrawn="1"/>
        </p:nvPicPr>
        <p:blipFill>
          <a:blip r:embed="rId26"/>
          <a:stretch>
            <a:fillRect/>
          </a:stretch>
        </p:blipFill>
        <p:spPr>
          <a:xfrm>
            <a:off x="11109093" y="6595385"/>
            <a:ext cx="740007" cy="110214"/>
          </a:xfrm>
          <a:prstGeom prst="rect">
            <a:avLst/>
          </a:prstGeom>
        </p:spPr>
      </p:pic>
      <p:sp>
        <p:nvSpPr>
          <p:cNvPr id="10" name="Rectangle 9">
            <a:extLst>
              <a:ext uri="{FF2B5EF4-FFF2-40B4-BE49-F238E27FC236}">
                <a16:creationId xmlns:a16="http://schemas.microsoft.com/office/drawing/2014/main" id="{E2B5AD72-9F36-C24B-8030-2BC219374688}"/>
              </a:ext>
            </a:extLst>
          </p:cNvPr>
          <p:cNvSpPr/>
          <p:nvPr userDrawn="1"/>
        </p:nvSpPr>
        <p:spPr>
          <a:xfrm>
            <a:off x="355553" y="6542770"/>
            <a:ext cx="8752352" cy="353943"/>
          </a:xfrm>
          <a:prstGeom prst="rect">
            <a:avLst/>
          </a:prstGeom>
        </p:spPr>
        <p:txBody>
          <a:bodyPr wrap="square" lIns="0" r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84F2FB2-4A16-1542-BD5E-F56870239E74}" type="slidenum">
              <a:rPr lang="en-US" sz="700" smtClean="0">
                <a:solidFill>
                  <a:schemeClr val="tx1"/>
                </a:solidFill>
                <a:ea typeface="Open Sans" charset="0"/>
                <a:sym typeface="Frutiger Next Pro Light" charset="0"/>
              </a:rPr>
              <a:pPr marL="0" marR="0" lvl="0" indent="0" algn="l" defTabSz="914400" rtl="0" eaLnBrk="1" fontAlgn="base" latinLnBrk="0" hangingPunct="1">
                <a:lnSpc>
                  <a:spcPct val="100000"/>
                </a:lnSpc>
                <a:spcBef>
                  <a:spcPct val="0"/>
                </a:spcBef>
                <a:spcAft>
                  <a:spcPct val="0"/>
                </a:spcAft>
                <a:buClrTx/>
                <a:buSzTx/>
                <a:buFontTx/>
                <a:buNone/>
                <a:tabLst/>
                <a:defRPr/>
              </a:pPr>
              <a:t>‹#›</a:t>
            </a:fld>
            <a:r>
              <a:rPr lang="en-US" sz="700">
                <a:solidFill>
                  <a:schemeClr val="tx1"/>
                </a:solidFill>
                <a:ea typeface="Open Sans" charset="0"/>
                <a:sym typeface="Frutiger Next Pro Light" charset="0"/>
              </a:rPr>
              <a:t>     Deloitte Consulting | Edward Jones - </a:t>
            </a:r>
            <a:r>
              <a:rPr lang="en-US" sz="800" b="0" i="0" u="none" strike="noStrike" kern="1200">
                <a:solidFill>
                  <a:schemeClr val="tx1"/>
                </a:solidFill>
                <a:effectLst/>
                <a:latin typeface="Arial" panose="020B0604020202020204" pitchFamily="34" charset="0"/>
                <a:ea typeface="ヒラギノ角ゴ Pro W3" panose="020B0300000000000000" pitchFamily="34" charset="-128"/>
                <a:cs typeface="+mn-cs"/>
              </a:rPr>
              <a:t>Privileged and Confidential Attorney-Client Communication and/or Attorney Work Product </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800" b="0" i="0" u="none" strike="noStrike" kern="1200">
              <a:solidFill>
                <a:schemeClr val="tx1"/>
              </a:solidFill>
              <a:effectLst/>
              <a:latin typeface="Arial" panose="020B0604020202020204" pitchFamily="34" charset="0"/>
              <a:ea typeface="ヒラギノ角ゴ Pro W3" panose="020B0300000000000000"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00">
              <a:solidFill>
                <a:schemeClr val="tx1"/>
              </a:solidFill>
              <a:ea typeface="Open Sans" charset="0"/>
              <a:sym typeface="Frutiger Next Pro Light" charset="0"/>
            </a:endParaRPr>
          </a:p>
        </p:txBody>
      </p:sp>
    </p:spTree>
    <p:extLst>
      <p:ext uri="{BB962C8B-B14F-4D97-AF65-F5344CB8AC3E}">
        <p14:creationId xmlns:p14="http://schemas.microsoft.com/office/powerpoint/2010/main" val="3992408192"/>
      </p:ext>
    </p:extLst>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 id="2147484200" r:id="rId13"/>
    <p:sldLayoutId id="2147484201" r:id="rId14"/>
    <p:sldLayoutId id="2147484202" r:id="rId15"/>
    <p:sldLayoutId id="2147484203" r:id="rId16"/>
    <p:sldLayoutId id="2147484204" r:id="rId17"/>
    <p:sldLayoutId id="2147484205" r:id="rId18"/>
    <p:sldLayoutId id="2147484206" r:id="rId19"/>
    <p:sldLayoutId id="2147484207" r:id="rId20"/>
    <p:sldLayoutId id="2147484208" r:id="rId21"/>
    <p:sldLayoutId id="2147484209" r:id="rId22"/>
    <p:sldLayoutId id="2147484210" r:id="rId23"/>
    <p:sldLayoutId id="2147484211" r:id="rId24"/>
  </p:sldLayoutIdLst>
  <p:hf hdr="0" ftr="0"/>
  <p:txStyles>
    <p:titleStyle>
      <a:lvl1pPr algn="l" defTabSz="914400" rtl="0" eaLnBrk="1" latinLnBrk="0" hangingPunct="1">
        <a:lnSpc>
          <a:spcPct val="90000"/>
        </a:lnSpc>
        <a:spcBef>
          <a:spcPct val="0"/>
        </a:spcBef>
        <a:buNone/>
        <a:defRPr sz="2800" b="0" i="0" kern="1200" spc="0" baseline="0">
          <a:solidFill>
            <a:srgbClr val="181432"/>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2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0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64">
          <p15:clr>
            <a:srgbClr val="F26B43"/>
          </p15:clr>
        </p15:guide>
        <p15:guide id="7" pos="864">
          <p15:clr>
            <a:srgbClr val="F26B43"/>
          </p15:clr>
        </p15:guide>
        <p15:guide id="8" pos="1488">
          <p15:clr>
            <a:srgbClr val="F26B43"/>
          </p15:clr>
        </p15:guide>
        <p15:guide id="11" pos="216">
          <p15:clr>
            <a:srgbClr val="F26B43"/>
          </p15:clr>
        </p15:guide>
        <p15:guide id="14" pos="2616">
          <p15:clr>
            <a:srgbClr val="F26B43"/>
          </p15:clr>
        </p15:guide>
        <p15:guide id="15" pos="3216">
          <p15:clr>
            <a:srgbClr val="F26B43"/>
          </p15:clr>
        </p15:guide>
        <p15:guide id="16" pos="3288">
          <p15:clr>
            <a:srgbClr val="F26B43"/>
          </p15:clr>
        </p15:guide>
        <p15:guide id="17" pos="3816">
          <p15:clr>
            <a:srgbClr val="F26B43"/>
          </p15:clr>
        </p15:guide>
        <p15:guide id="18" pos="3888">
          <p15:clr>
            <a:srgbClr val="F26B43"/>
          </p15:clr>
        </p15:guide>
        <p15:guide id="19" pos="4488">
          <p15:clr>
            <a:srgbClr val="F26B43"/>
          </p15:clr>
        </p15:guide>
        <p15:guide id="20" pos="4416">
          <p15:clr>
            <a:srgbClr val="F26B43"/>
          </p15:clr>
        </p15:guide>
        <p15:guide id="21" pos="2088">
          <p15:clr>
            <a:srgbClr val="F26B43"/>
          </p15:clr>
        </p15:guide>
        <p15:guide id="22" pos="2016">
          <p15:clr>
            <a:srgbClr val="F26B43"/>
          </p15:clr>
        </p15:guide>
        <p15:guide id="23" pos="2688">
          <p15:clr>
            <a:srgbClr val="F26B43"/>
          </p15:clr>
        </p15:guide>
        <p15:guide id="26" pos="5016">
          <p15:clr>
            <a:srgbClr val="F26B43"/>
          </p15:clr>
        </p15:guide>
        <p15:guide id="27" pos="5088">
          <p15:clr>
            <a:srgbClr val="F26B43"/>
          </p15:clr>
        </p15:guide>
        <p15:guide id="28" pos="5640">
          <p15:clr>
            <a:srgbClr val="F26B43"/>
          </p15:clr>
        </p15:guide>
        <p15:guide id="29" pos="5712">
          <p15:clr>
            <a:srgbClr val="F26B43"/>
          </p15:clr>
        </p15:guide>
        <p15:guide id="30" pos="6240">
          <p15:clr>
            <a:srgbClr val="F26B43"/>
          </p15:clr>
        </p15:guide>
        <p15:guide id="31" pos="6312">
          <p15:clr>
            <a:srgbClr val="F26B43"/>
          </p15:clr>
        </p15:guide>
        <p15:guide id="32" pos="6864">
          <p15:clr>
            <a:srgbClr val="F26B43"/>
          </p15:clr>
        </p15:guide>
        <p15:guide id="33" pos="6936">
          <p15:clr>
            <a:srgbClr val="F26B43"/>
          </p15:clr>
        </p15:guide>
        <p15:guide id="35" pos="792">
          <p15:clr>
            <a:srgbClr val="F26B43"/>
          </p15:clr>
        </p15:guide>
        <p15:guide id="36" orient="horz" pos="72">
          <p15:clr>
            <a:srgbClr val="F26B43"/>
          </p15:clr>
        </p15:guide>
        <p15:guide id="37" orient="horz" pos="4104">
          <p15:clr>
            <a:srgbClr val="F26B43"/>
          </p15:clr>
        </p15:guide>
        <p15:guide id="38" orient="horz" pos="4248">
          <p15:clr>
            <a:srgbClr val="F26B43"/>
          </p15:clr>
        </p15:guide>
        <p15:guide id="39" orient="horz" pos="3960">
          <p15:clr>
            <a:srgbClr val="F26B43"/>
          </p15:clr>
        </p15:guide>
        <p15:guide id="40" orient="horz" pos="264">
          <p15:clr>
            <a:srgbClr val="F26B43"/>
          </p15:clr>
        </p15:guide>
        <p15:guide id="44" pos="141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9B523-95E7-EF45-8D4D-370258B3BB0C}"/>
              </a:ext>
            </a:extLst>
          </p:cNvPr>
          <p:cNvSpPr>
            <a:spLocks noGrp="1"/>
          </p:cNvSpPr>
          <p:nvPr>
            <p:ph type="title"/>
          </p:nvPr>
        </p:nvSpPr>
        <p:spPr>
          <a:xfrm>
            <a:off x="355553" y="419100"/>
            <a:ext cx="11404787" cy="723901"/>
          </a:xfrm>
          <a:prstGeom prst="rect">
            <a:avLst/>
          </a:prstGeom>
        </p:spPr>
        <p:txBody>
          <a:bodyPr vert="horz" lIns="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5DA5D-CC4D-0A4C-81A4-BFC973DE19F8}"/>
              </a:ext>
            </a:extLst>
          </p:cNvPr>
          <p:cNvSpPr>
            <a:spLocks noGrp="1"/>
          </p:cNvSpPr>
          <p:nvPr>
            <p:ph type="body" idx="1"/>
          </p:nvPr>
        </p:nvSpPr>
        <p:spPr>
          <a:xfrm>
            <a:off x="355553" y="1562100"/>
            <a:ext cx="11493547" cy="4724400"/>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logo&#10;&#10;Description automatically generated">
            <a:extLst>
              <a:ext uri="{FF2B5EF4-FFF2-40B4-BE49-F238E27FC236}">
                <a16:creationId xmlns:a16="http://schemas.microsoft.com/office/drawing/2014/main" id="{35593133-26FF-5D48-ABB6-FBFD91515EFB}"/>
              </a:ext>
            </a:extLst>
          </p:cNvPr>
          <p:cNvPicPr>
            <a:picLocks noChangeAspect="1"/>
          </p:cNvPicPr>
          <p:nvPr/>
        </p:nvPicPr>
        <p:blipFill>
          <a:blip r:embed="rId38"/>
          <a:stretch>
            <a:fillRect/>
          </a:stretch>
        </p:blipFill>
        <p:spPr>
          <a:xfrm>
            <a:off x="11109093" y="6595385"/>
            <a:ext cx="740007" cy="110214"/>
          </a:xfrm>
          <a:prstGeom prst="rect">
            <a:avLst/>
          </a:prstGeom>
        </p:spPr>
      </p:pic>
      <p:sp>
        <p:nvSpPr>
          <p:cNvPr id="6" name="Rectangle 5">
            <a:extLst>
              <a:ext uri="{FF2B5EF4-FFF2-40B4-BE49-F238E27FC236}">
                <a16:creationId xmlns:a16="http://schemas.microsoft.com/office/drawing/2014/main" id="{FC35009A-55D7-4753-82F0-E13A25F00EA7}"/>
              </a:ext>
            </a:extLst>
          </p:cNvPr>
          <p:cNvSpPr/>
          <p:nvPr userDrawn="1"/>
        </p:nvSpPr>
        <p:spPr>
          <a:xfrm>
            <a:off x="355553" y="6542770"/>
            <a:ext cx="6431613" cy="215444"/>
          </a:xfrm>
          <a:prstGeom prst="rect">
            <a:avLst/>
          </a:prstGeom>
        </p:spPr>
        <p:txBody>
          <a:bodyPr wrap="square" lIns="0" r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84F2FB2-4A16-1542-BD5E-F56870239E74}" type="slidenum">
              <a:rPr lang="en-US" sz="700" smtClean="0">
                <a:solidFill>
                  <a:schemeClr val="tx1"/>
                </a:solidFill>
                <a:ea typeface="Open Sans" charset="0"/>
                <a:sym typeface="Frutiger Next Pro Light" charset="0"/>
              </a:rPr>
              <a:pPr marL="0" marR="0" lvl="0" indent="0" algn="l" defTabSz="914400" rtl="0" eaLnBrk="1" fontAlgn="base" latinLnBrk="0" hangingPunct="1">
                <a:lnSpc>
                  <a:spcPct val="100000"/>
                </a:lnSpc>
                <a:spcBef>
                  <a:spcPct val="0"/>
                </a:spcBef>
                <a:spcAft>
                  <a:spcPct val="0"/>
                </a:spcAft>
                <a:buClrTx/>
                <a:buSzTx/>
                <a:buFontTx/>
                <a:buNone/>
                <a:tabLst/>
                <a:defRPr/>
              </a:pPr>
              <a:t>‹#›</a:t>
            </a:fld>
            <a:r>
              <a:rPr lang="en-US" sz="700">
                <a:solidFill>
                  <a:schemeClr val="tx1"/>
                </a:solidFill>
                <a:ea typeface="Open Sans" charset="0"/>
                <a:sym typeface="Frutiger Next Pro Light" charset="0"/>
              </a:rPr>
              <a:t>     Deloitte Consulting | Edward Jones - Privileged and Confidential. Attorney-client communication and/or attorney work product. </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00">
              <a:solidFill>
                <a:schemeClr val="tx1"/>
              </a:solidFill>
              <a:ea typeface="Open Sans" charset="0"/>
              <a:sym typeface="Frutiger Next Pro Light" charset="0"/>
            </a:endParaRPr>
          </a:p>
        </p:txBody>
      </p:sp>
      <p:pic>
        <p:nvPicPr>
          <p:cNvPr id="8" name="Picture 7" descr="A picture containing logo&#10;&#10;Description automatically generated">
            <a:extLst>
              <a:ext uri="{FF2B5EF4-FFF2-40B4-BE49-F238E27FC236}">
                <a16:creationId xmlns:a16="http://schemas.microsoft.com/office/drawing/2014/main" id="{9E65AE1E-D250-4006-A6D4-E83AEE2C3E55}"/>
              </a:ext>
            </a:extLst>
          </p:cNvPr>
          <p:cNvPicPr>
            <a:picLocks noChangeAspect="1"/>
          </p:cNvPicPr>
          <p:nvPr userDrawn="1"/>
        </p:nvPicPr>
        <p:blipFill>
          <a:blip r:embed="rId38"/>
          <a:stretch>
            <a:fillRect/>
          </a:stretch>
        </p:blipFill>
        <p:spPr>
          <a:xfrm>
            <a:off x="11109093" y="6595385"/>
            <a:ext cx="740007" cy="110214"/>
          </a:xfrm>
          <a:prstGeom prst="rect">
            <a:avLst/>
          </a:prstGeom>
        </p:spPr>
      </p:pic>
    </p:spTree>
    <p:extLst>
      <p:ext uri="{BB962C8B-B14F-4D97-AF65-F5344CB8AC3E}">
        <p14:creationId xmlns:p14="http://schemas.microsoft.com/office/powerpoint/2010/main" val="2765612577"/>
      </p:ext>
    </p:extLst>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 id="2147484224" r:id="rId12"/>
    <p:sldLayoutId id="2147484225" r:id="rId13"/>
    <p:sldLayoutId id="2147484226" r:id="rId14"/>
    <p:sldLayoutId id="2147484227" r:id="rId15"/>
    <p:sldLayoutId id="2147484228" r:id="rId16"/>
    <p:sldLayoutId id="2147484229" r:id="rId17"/>
    <p:sldLayoutId id="2147484230" r:id="rId18"/>
    <p:sldLayoutId id="2147484231" r:id="rId19"/>
    <p:sldLayoutId id="2147484232" r:id="rId20"/>
    <p:sldLayoutId id="2147484233" r:id="rId21"/>
    <p:sldLayoutId id="2147484234" r:id="rId22"/>
    <p:sldLayoutId id="2147484235" r:id="rId23"/>
    <p:sldLayoutId id="2147484236" r:id="rId24"/>
    <p:sldLayoutId id="2147484237" r:id="rId25"/>
    <p:sldLayoutId id="2147484238" r:id="rId26"/>
    <p:sldLayoutId id="2147484239" r:id="rId27"/>
    <p:sldLayoutId id="2147484240" r:id="rId28"/>
    <p:sldLayoutId id="2147484241" r:id="rId29"/>
    <p:sldLayoutId id="2147484242" r:id="rId30"/>
    <p:sldLayoutId id="2147484243" r:id="rId31"/>
    <p:sldLayoutId id="2147484244" r:id="rId32"/>
    <p:sldLayoutId id="2147484245" r:id="rId33"/>
    <p:sldLayoutId id="2147484246" r:id="rId34"/>
    <p:sldLayoutId id="2147484247" r:id="rId35"/>
    <p:sldLayoutId id="2147484271" r:id="rId36"/>
  </p:sldLayoutIdLst>
  <p:hf hdr="0" ftr="0"/>
  <p:txStyles>
    <p:titleStyle>
      <a:lvl1pPr algn="l" defTabSz="914400" rtl="0" eaLnBrk="1" latinLnBrk="0" hangingPunct="1">
        <a:lnSpc>
          <a:spcPct val="90000"/>
        </a:lnSpc>
        <a:spcBef>
          <a:spcPct val="0"/>
        </a:spcBef>
        <a:buNone/>
        <a:defRPr sz="2800" b="0" i="0" kern="1200" spc="0" baseline="0">
          <a:solidFill>
            <a:srgbClr val="181432"/>
          </a:solidFill>
          <a:latin typeface="Arial" panose="020B0604020202020204" pitchFamily="34"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2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0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16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400" b="0" i="0" kern="1200">
          <a:solidFill>
            <a:srgbClr val="181432"/>
          </a:solidFill>
          <a:latin typeface="Arial" panose="020B0604020202020204" pitchFamily="34" charset="0"/>
          <a:ea typeface="Roboto Light"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64">
          <p15:clr>
            <a:srgbClr val="F26B43"/>
          </p15:clr>
        </p15:guide>
        <p15:guide id="7" pos="864">
          <p15:clr>
            <a:srgbClr val="F26B43"/>
          </p15:clr>
        </p15:guide>
        <p15:guide id="8" pos="1488">
          <p15:clr>
            <a:srgbClr val="F26B43"/>
          </p15:clr>
        </p15:guide>
        <p15:guide id="11" pos="216">
          <p15:clr>
            <a:srgbClr val="F26B43"/>
          </p15:clr>
        </p15:guide>
        <p15:guide id="14" pos="2616">
          <p15:clr>
            <a:srgbClr val="F26B43"/>
          </p15:clr>
        </p15:guide>
        <p15:guide id="15" pos="3216">
          <p15:clr>
            <a:srgbClr val="F26B43"/>
          </p15:clr>
        </p15:guide>
        <p15:guide id="16" pos="3288">
          <p15:clr>
            <a:srgbClr val="F26B43"/>
          </p15:clr>
        </p15:guide>
        <p15:guide id="17" pos="3816">
          <p15:clr>
            <a:srgbClr val="F26B43"/>
          </p15:clr>
        </p15:guide>
        <p15:guide id="18" pos="3888">
          <p15:clr>
            <a:srgbClr val="F26B43"/>
          </p15:clr>
        </p15:guide>
        <p15:guide id="19" pos="4488">
          <p15:clr>
            <a:srgbClr val="F26B43"/>
          </p15:clr>
        </p15:guide>
        <p15:guide id="20" pos="4416">
          <p15:clr>
            <a:srgbClr val="F26B43"/>
          </p15:clr>
        </p15:guide>
        <p15:guide id="21" pos="2088">
          <p15:clr>
            <a:srgbClr val="F26B43"/>
          </p15:clr>
        </p15:guide>
        <p15:guide id="22" pos="2016">
          <p15:clr>
            <a:srgbClr val="F26B43"/>
          </p15:clr>
        </p15:guide>
        <p15:guide id="23" pos="2688">
          <p15:clr>
            <a:srgbClr val="F26B43"/>
          </p15:clr>
        </p15:guide>
        <p15:guide id="26" pos="5016">
          <p15:clr>
            <a:srgbClr val="F26B43"/>
          </p15:clr>
        </p15:guide>
        <p15:guide id="27" pos="5088">
          <p15:clr>
            <a:srgbClr val="F26B43"/>
          </p15:clr>
        </p15:guide>
        <p15:guide id="28" pos="5640">
          <p15:clr>
            <a:srgbClr val="F26B43"/>
          </p15:clr>
        </p15:guide>
        <p15:guide id="29" pos="5712">
          <p15:clr>
            <a:srgbClr val="F26B43"/>
          </p15:clr>
        </p15:guide>
        <p15:guide id="30" pos="6240">
          <p15:clr>
            <a:srgbClr val="F26B43"/>
          </p15:clr>
        </p15:guide>
        <p15:guide id="31" pos="6312">
          <p15:clr>
            <a:srgbClr val="F26B43"/>
          </p15:clr>
        </p15:guide>
        <p15:guide id="32" pos="6864">
          <p15:clr>
            <a:srgbClr val="F26B43"/>
          </p15:clr>
        </p15:guide>
        <p15:guide id="33" pos="6936">
          <p15:clr>
            <a:srgbClr val="F26B43"/>
          </p15:clr>
        </p15:guide>
        <p15:guide id="35" pos="792">
          <p15:clr>
            <a:srgbClr val="F26B43"/>
          </p15:clr>
        </p15:guide>
        <p15:guide id="36" orient="horz" pos="72">
          <p15:clr>
            <a:srgbClr val="F26B43"/>
          </p15:clr>
        </p15:guide>
        <p15:guide id="37" orient="horz" pos="4104">
          <p15:clr>
            <a:srgbClr val="F26B43"/>
          </p15:clr>
        </p15:guide>
        <p15:guide id="38" orient="horz" pos="4248">
          <p15:clr>
            <a:srgbClr val="F26B43"/>
          </p15:clr>
        </p15:guide>
        <p15:guide id="39" orient="horz" pos="3960">
          <p15:clr>
            <a:srgbClr val="F26B43"/>
          </p15:clr>
        </p15:guide>
        <p15:guide id="40" orient="horz" pos="264">
          <p15:clr>
            <a:srgbClr val="F26B43"/>
          </p15:clr>
        </p15:guide>
        <p15:guide id="44" pos="141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EC52564-8B0D-485B-BA38-5E74067B69D4}"/>
              </a:ext>
            </a:extLst>
          </p:cNvPr>
          <p:cNvGraphicFramePr>
            <a:graphicFrameLocks noChangeAspect="1"/>
          </p:cNvGraphicFramePr>
          <p:nvPr userDrawn="1">
            <p:custDataLst>
              <p:tags r:id="rId1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395" imgH="396" progId="TCLayout.ActiveDocument.1">
                  <p:embed/>
                </p:oleObj>
              </mc:Choice>
              <mc:Fallback>
                <p:oleObj name="think-cell Slide" r:id="rId18" imgW="395" imgH="396" progId="TCLayout.ActiveDocument.1">
                  <p:embed/>
                  <p:pic>
                    <p:nvPicPr>
                      <p:cNvPr id="5" name="Object 4" hidden="1">
                        <a:extLst>
                          <a:ext uri="{FF2B5EF4-FFF2-40B4-BE49-F238E27FC236}">
                            <a16:creationId xmlns:a16="http://schemas.microsoft.com/office/drawing/2014/main" id="{7EC52564-8B0D-485B-BA38-5E74067B69D4}"/>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0912334-7653-4A69-9683-FB485BEACB03}"/>
              </a:ext>
            </a:extLst>
          </p:cNvPr>
          <p:cNvSpPr/>
          <p:nvPr userDrawn="1">
            <p:custDataLst>
              <p:tags r:id="rId1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800" b="0" i="0" baseline="0">
              <a:latin typeface="Chronicle Display Black"/>
              <a:sym typeface="Chronicle Display Black"/>
            </a:endParaRPr>
          </a:p>
        </p:txBody>
      </p:sp>
      <p:sp>
        <p:nvSpPr>
          <p:cNvPr id="3" name="Text Placeholder 2"/>
          <p:cNvSpPr>
            <a:spLocks noGrp="1"/>
          </p:cNvSpPr>
          <p:nvPr>
            <p:ph type="body" idx="1"/>
          </p:nvPr>
        </p:nvSpPr>
        <p:spPr>
          <a:xfrm>
            <a:off x="456688" y="1447800"/>
            <a:ext cx="10363200" cy="434627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p:ph type="title"/>
          </p:nvPr>
        </p:nvSpPr>
        <p:spPr>
          <a:xfrm>
            <a:off x="457200" y="457200"/>
            <a:ext cx="10362688" cy="879756"/>
          </a:xfrm>
          <a:prstGeom prst="rect">
            <a:avLst/>
          </a:prstGeom>
        </p:spPr>
        <p:txBody>
          <a:bodyPr vert="horz" lIns="0" tIns="45720" rIns="91440" bIns="0" rtlCol="0" anchor="t" anchorCtr="0">
            <a:noAutofit/>
          </a:bodyPr>
          <a:lstStyle/>
          <a:p>
            <a:r>
              <a:rPr lang="en-US"/>
              <a:t>Click To Edit Master Title</a:t>
            </a:r>
          </a:p>
        </p:txBody>
      </p:sp>
      <p:sp>
        <p:nvSpPr>
          <p:cNvPr id="6" name="Rectangle 2">
            <a:extLst>
              <a:ext uri="{FF2B5EF4-FFF2-40B4-BE49-F238E27FC236}">
                <a16:creationId xmlns:a16="http://schemas.microsoft.com/office/drawing/2014/main" id="{5C3A7F25-00C3-4901-94D9-A8AE24368FDF}"/>
              </a:ext>
            </a:extLst>
          </p:cNvPr>
          <p:cNvSpPr>
            <a:spLocks/>
          </p:cNvSpPr>
          <p:nvPr userDrawn="1"/>
        </p:nvSpPr>
        <p:spPr bwMode="auto">
          <a:xfrm>
            <a:off x="11804073" y="6511368"/>
            <a:ext cx="125034"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spAutoFit/>
          </a:bodyPr>
          <a:lstStyle/>
          <a:p>
            <a:pPr defTabSz="914400"/>
            <a:fld id="{841D46AD-A695-9A49-89AD-279F951A0DA4}" type="slidenum">
              <a:rPr lang="en-US" sz="800" smtClean="0">
                <a:solidFill>
                  <a:srgbClr val="3F3F3F"/>
                </a:solidFill>
                <a:latin typeface="Frutiger Next Pro Medium"/>
                <a:ea typeface="ＭＳ Ｐゴシック" charset="0"/>
                <a:cs typeface="Frutiger Next Pro Medium"/>
                <a:sym typeface="Frutiger Next Pro Light" charset="0"/>
              </a:rPr>
              <a:pPr defTabSz="914400"/>
              <a:t>‹#›</a:t>
            </a:fld>
            <a:endParaRPr lang="en-US" sz="800">
              <a:solidFill>
                <a:srgbClr val="3F3F3F"/>
              </a:solidFill>
              <a:ea typeface="ＭＳ Ｐゴシック" charset="0"/>
              <a:cs typeface="ＭＳ Ｐゴシック" charset="0"/>
              <a:sym typeface="Frutiger Next Pro Light" charset="0"/>
            </a:endParaRPr>
          </a:p>
        </p:txBody>
      </p:sp>
    </p:spTree>
    <p:extLst>
      <p:ext uri="{BB962C8B-B14F-4D97-AF65-F5344CB8AC3E}">
        <p14:creationId xmlns:p14="http://schemas.microsoft.com/office/powerpoint/2010/main" val="2623874190"/>
      </p:ext>
    </p:extLst>
  </p:cSld>
  <p:clrMap bg1="lt1" tx1="dk1" bg2="lt2" tx2="dk2" accent1="accent1" accent2="accent2" accent3="accent3" accent4="accent4" accent5="accent5" accent6="accent6" hlink="hlink" folHlink="folHlink"/>
  <p:sldLayoutIdLst>
    <p:sldLayoutId id="2147484275" r:id="rId1"/>
    <p:sldLayoutId id="2147484276" r:id="rId2"/>
    <p:sldLayoutId id="2147484277" r:id="rId3"/>
    <p:sldLayoutId id="2147484278" r:id="rId4"/>
    <p:sldLayoutId id="2147484279" r:id="rId5"/>
    <p:sldLayoutId id="2147484280" r:id="rId6"/>
    <p:sldLayoutId id="2147484281" r:id="rId7"/>
    <p:sldLayoutId id="2147484282" r:id="rId8"/>
    <p:sldLayoutId id="2147484283" r:id="rId9"/>
    <p:sldLayoutId id="2147484284" r:id="rId10"/>
    <p:sldLayoutId id="2147484285" r:id="rId11"/>
    <p:sldLayoutId id="2147484286" r:id="rId12"/>
    <p:sldLayoutId id="2147484287" r:id="rId13"/>
    <p:sldLayoutId id="2147484288" r:id="rId14"/>
  </p:sldLayoutIdLst>
  <p:txStyles>
    <p:titleStyle>
      <a:lvl1pPr algn="l" defTabSz="914400" rtl="0" eaLnBrk="1" latinLnBrk="0" hangingPunct="1">
        <a:lnSpc>
          <a:spcPct val="80000"/>
        </a:lnSpc>
        <a:spcBef>
          <a:spcPct val="0"/>
        </a:spcBef>
        <a:buNone/>
        <a:defRPr sz="48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p15:clr>
            <a:srgbClr val="F26B43"/>
          </p15:clr>
        </p15:guide>
        <p15:guide id="2" pos="7104">
          <p15:clr>
            <a:srgbClr val="F26B43"/>
          </p15:clr>
        </p15:guide>
        <p15:guide id="3" pos="2976">
          <p15:clr>
            <a:srgbClr val="F26B43"/>
          </p15:clr>
        </p15:guide>
        <p15:guide id="4" orient="horz" pos="1152">
          <p15:clr>
            <a:srgbClr val="F26B43"/>
          </p15:clr>
        </p15:guide>
        <p15:guide id="5" pos="26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1.xml"/><Relationship Id="rId5" Type="http://schemas.openxmlformats.org/officeDocument/2006/relationships/image" Target="../media/image18.jpeg"/><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65;g9099d71877_21_74">
            <a:extLst>
              <a:ext uri="{FF2B5EF4-FFF2-40B4-BE49-F238E27FC236}">
                <a16:creationId xmlns:a16="http://schemas.microsoft.com/office/drawing/2014/main" id="{DF790B30-7F88-472B-9C3E-9CC2A666129F}"/>
              </a:ext>
            </a:extLst>
          </p:cNvPr>
          <p:cNvSpPr txBox="1"/>
          <p:nvPr/>
        </p:nvSpPr>
        <p:spPr>
          <a:xfrm>
            <a:off x="2106417" y="965871"/>
            <a:ext cx="2180526" cy="487272"/>
          </a:xfrm>
          <a:prstGeom prst="rect">
            <a:avLst/>
          </a:prstGeom>
          <a:noFill/>
          <a:ln>
            <a:noFill/>
          </a:ln>
        </p:spPr>
        <p:txBody>
          <a:bodyPr spcFirstLastPara="1" wrap="square" lIns="53975" tIns="53975" rIns="53975" bIns="53975" anchor="t" anchorCtr="0">
            <a:noAutofit/>
          </a:bodyPr>
          <a:lstStyle/>
          <a:p>
            <a:pPr marL="177165">
              <a:spcBef>
                <a:spcPts val="340"/>
              </a:spcBef>
            </a:pPr>
            <a:r>
              <a:rPr lang="en-US" sz="14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Kalpesh L Solanki</a:t>
            </a:r>
          </a:p>
          <a:p>
            <a:pPr marL="177165">
              <a:spcBef>
                <a:spcPts val="340"/>
              </a:spcBef>
            </a:pPr>
            <a:r>
              <a:rPr lang="en-US" sz="1100" b="1" kern="0" dirty="0">
                <a:solidFill>
                  <a:prstClr val="black">
                    <a:lumMod val="85000"/>
                    <a:lumOff val="15000"/>
                  </a:prstClr>
                </a:solidFill>
                <a:latin typeface="Open Sans"/>
                <a:ea typeface="Verdana"/>
                <a:cs typeface="Arial"/>
                <a:sym typeface="Verdana"/>
              </a:rPr>
              <a:t>QA Engineer</a:t>
            </a:r>
            <a:endParaRPr kumimoji="0" lang="en-US" sz="1100" b="0" i="0" u="none" strike="noStrike" kern="0" cap="none" spc="0" normalizeH="0" baseline="0" noProof="0" dirty="0">
              <a:ln>
                <a:noFill/>
              </a:ln>
              <a:solidFill>
                <a:prstClr val="black">
                  <a:lumMod val="85000"/>
                  <a:lumOff val="15000"/>
                </a:prstClr>
              </a:solidFill>
              <a:effectLst/>
              <a:uLnTx/>
              <a:uFillTx/>
              <a:latin typeface="Open Sans"/>
              <a:ea typeface="+mn-ea"/>
              <a:cs typeface="Arial"/>
              <a:sym typeface="Arial"/>
            </a:endParaRPr>
          </a:p>
        </p:txBody>
      </p:sp>
      <p:sp>
        <p:nvSpPr>
          <p:cNvPr id="11" name="TextBox 10">
            <a:extLst>
              <a:ext uri="{FF2B5EF4-FFF2-40B4-BE49-F238E27FC236}">
                <a16:creationId xmlns:a16="http://schemas.microsoft.com/office/drawing/2014/main" id="{CAFC20AD-4C0E-4E9F-8190-D34CFAECCB7C}"/>
              </a:ext>
            </a:extLst>
          </p:cNvPr>
          <p:cNvSpPr txBox="1"/>
          <p:nvPr/>
        </p:nvSpPr>
        <p:spPr>
          <a:xfrm>
            <a:off x="4441696" y="1083686"/>
            <a:ext cx="7320015" cy="1107996"/>
          </a:xfrm>
          <a:prstGeom prst="rect">
            <a:avLst/>
          </a:prstGeom>
          <a:noFill/>
        </p:spPr>
        <p:txBody>
          <a:bodyPr wrap="square" lIns="0" tIns="0" rIns="0" bIns="0" rtlCol="0">
            <a:spAutoFit/>
          </a:bodyPr>
          <a:lstStyle/>
          <a:p>
            <a:pPr lvl="0">
              <a:buSzPts val="1000"/>
              <a:tabLst>
                <a:tab pos="457200" algn="l"/>
              </a:tabLst>
            </a:pPr>
            <a:r>
              <a:rPr lang="en-US" sz="1200" dirty="0">
                <a:solidFill>
                  <a:srgbClr val="595959"/>
                </a:solidFill>
                <a:latin typeface="Open Sans Light" panose="020B0306030504020204" pitchFamily="34" charset="0"/>
                <a:ea typeface="Open Sans Light" panose="020B0306030504020204" pitchFamily="34" charset="0"/>
                <a:cs typeface="Open Sans Light" panose="020B0306030504020204" pitchFamily="34" charset="0"/>
              </a:rPr>
              <a:t>Kalpesh is Quality analyst </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with 3</a:t>
            </a:r>
            <a:r>
              <a:rPr lang="en-US" sz="1200" dirty="0">
                <a:solidFill>
                  <a:srgbClr val="595959"/>
                </a:solidFill>
                <a:latin typeface="Open Sans Light" panose="020B0306030504020204" pitchFamily="34" charset="0"/>
                <a:ea typeface="Open Sans Light" panose="020B0306030504020204" pitchFamily="34" charset="0"/>
                <a:cs typeface="Open Sans Light" panose="020B0306030504020204" pitchFamily="34" charset="0"/>
              </a:rPr>
              <a:t>+</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 years of experience driving excellence in creating, editing and implementing test instructions to improve quality and efficiency. Having knowledge in Automation Test developing,, </a:t>
            </a:r>
            <a:r>
              <a:rPr lang="en-US" sz="1200" b="1"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Functional Testing </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and </a:t>
            </a:r>
            <a:r>
              <a:rPr lang="en-US" sz="1200" b="1"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API </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testing, </a:t>
            </a:r>
            <a:r>
              <a:rPr lang="en-US" sz="1200" b="1"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Java</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 Rest Assured, CI/CD </a:t>
            </a:r>
            <a:r>
              <a:rPr lang="en-US" sz="1200" b="1"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,Git</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 Excellent knowledge and implementation skills in complete Software Development Life Cycle ( SDLC ) and Software Testing Life Cycle ( STLC )</a:t>
            </a:r>
            <a:r>
              <a:rPr lang="en-IN"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a:solidFill>
                  <a:srgbClr val="595959"/>
                </a:solidFill>
                <a:effectLst/>
                <a:latin typeface="Open Sans Light" panose="020B0306030504020204" pitchFamily="34" charset="0"/>
                <a:ea typeface="Open Sans Light" panose="020B0306030504020204" pitchFamily="34" charset="0"/>
                <a:cs typeface="Open Sans Light" panose="020B0306030504020204" pitchFamily="34" charset="0"/>
              </a:rPr>
              <a:t>Good experience in writing, review and executing detailed test cases and test design documents for back and front-end testing. Have strong work ethic and commitment to excellence in all Projects.</a:t>
            </a:r>
            <a:endParaRPr lang="en-IN" sz="1200" dirty="0">
              <a:effectLst/>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6" name="TextBox 25">
            <a:extLst>
              <a:ext uri="{FF2B5EF4-FFF2-40B4-BE49-F238E27FC236}">
                <a16:creationId xmlns:a16="http://schemas.microsoft.com/office/drawing/2014/main" id="{CAB59682-2469-4E45-B113-27843FE0EF65}"/>
              </a:ext>
            </a:extLst>
          </p:cNvPr>
          <p:cNvSpPr txBox="1"/>
          <p:nvPr/>
        </p:nvSpPr>
        <p:spPr>
          <a:xfrm>
            <a:off x="4858439" y="2796495"/>
            <a:ext cx="6868714" cy="2262158"/>
          </a:xfrm>
          <a:prstGeom prst="rect">
            <a:avLst/>
          </a:prstGeom>
          <a:noFill/>
        </p:spPr>
        <p:txBody>
          <a:bodyPr wrap="square" lIns="0" tIns="0" rIns="0" bIns="0" rtlCol="0">
            <a:spAutoFit/>
          </a:bodyPr>
          <a:lstStyle/>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Extensive experience in automation script coding in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Selenium Web-Driver using Java</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a:t>
            </a:r>
          </a:p>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Experience in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BDD-Cucumber Framework</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a:t>
            </a:r>
          </a:p>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Expertise in handling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TestNG</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 and Junit framework. Having good knowledge in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API Testing </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with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Postman</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 Experience in Data Driven Testing.</a:t>
            </a:r>
          </a:p>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Skilled in developing reusable functional components in the framework and developing POM with Page Factory Concept.</a:t>
            </a:r>
          </a:p>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Good experience in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REST ASSURED</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a:t>
            </a:r>
          </a:p>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Very much familiar with Bug-Tracking tool -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JIRA</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a:t>
            </a:r>
          </a:p>
          <a:p>
            <a:pPr marL="342900" marR="1008380" lvl="0" indent="-342900">
              <a:buFont typeface="Arial" panose="020B0604020202020204" pitchFamily="34" charset="0"/>
              <a:buChar char="•"/>
              <a:tabLst>
                <a:tab pos="545465" algn="l"/>
                <a:tab pos="546100" algn="l"/>
              </a:tabLst>
            </a:pPr>
            <a:r>
              <a:rPr lang="en-US" sz="1050" dirty="0">
                <a:latin typeface="Open Sans Light" panose="020B0306030504020204" pitchFamily="34" charset="0"/>
                <a:ea typeface="Open Sans Light" panose="020B0306030504020204" pitchFamily="34" charset="0"/>
                <a:cs typeface="Open Sans Light" panose="020B0306030504020204" pitchFamily="34" charset="0"/>
              </a:rPr>
              <a:t>Strong Experience in OOPS Concepts and </a:t>
            </a:r>
            <a:r>
              <a:rPr lang="en-US" sz="1050" b="1" dirty="0">
                <a:latin typeface="Open Sans Light" panose="020B0306030504020204" pitchFamily="34" charset="0"/>
                <a:ea typeface="Open Sans Light" panose="020B0306030504020204" pitchFamily="34" charset="0"/>
                <a:cs typeface="Open Sans Light" panose="020B0306030504020204" pitchFamily="34" charset="0"/>
              </a:rPr>
              <a:t>Java</a:t>
            </a:r>
            <a:r>
              <a:rPr lang="en-US" sz="1050" dirty="0">
                <a:latin typeface="Open Sans Light" panose="020B0306030504020204" pitchFamily="34" charset="0"/>
                <a:ea typeface="Open Sans Light" panose="020B0306030504020204" pitchFamily="34" charset="0"/>
                <a:cs typeface="Open Sans Light" panose="020B0306030504020204" pitchFamily="34" charset="0"/>
              </a:rPr>
              <a:t> Programming.</a:t>
            </a:r>
          </a:p>
          <a:p>
            <a:pPr marL="342900" marR="1008380" lvl="0" indent="-342900">
              <a:buFont typeface="Arial" panose="020B0604020202020204" pitchFamily="34" charset="0"/>
              <a:buChar char="•"/>
              <a:tabLst>
                <a:tab pos="545465" algn="l"/>
                <a:tab pos="546100" algn="l"/>
              </a:tabLst>
            </a:pPr>
            <a:r>
              <a:rPr lang="en-US" sz="1050" dirty="0">
                <a:latin typeface="Open Sans Light" panose="020B0306030504020204" pitchFamily="34" charset="0"/>
                <a:ea typeface="Open Sans Light" panose="020B0306030504020204" pitchFamily="34" charset="0"/>
                <a:cs typeface="Open Sans Light" panose="020B0306030504020204" pitchFamily="34" charset="0"/>
              </a:rPr>
              <a:t>Experience in test planning and designing testcases. Experienced in Maven build tool and version control using </a:t>
            </a:r>
            <a:r>
              <a:rPr lang="en-US" sz="1050" b="1" dirty="0">
                <a:latin typeface="Open Sans Light" panose="020B0306030504020204" pitchFamily="34" charset="0"/>
                <a:ea typeface="Open Sans Light" panose="020B0306030504020204" pitchFamily="34" charset="0"/>
                <a:cs typeface="Open Sans Light" panose="020B0306030504020204" pitchFamily="34" charset="0"/>
              </a:rPr>
              <a:t>GIT</a:t>
            </a:r>
            <a:r>
              <a:rPr lang="en-US" sz="1050" dirty="0">
                <a:latin typeface="Open Sans Light" panose="020B0306030504020204" pitchFamily="34" charset="0"/>
                <a:ea typeface="Open Sans Light" panose="020B0306030504020204" pitchFamily="34" charset="0"/>
                <a:cs typeface="Open Sans Light" panose="020B0306030504020204" pitchFamily="34" charset="0"/>
              </a:rPr>
              <a:t>.</a:t>
            </a:r>
          </a:p>
          <a:p>
            <a:pPr marL="342900" marR="1008380" lvl="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Knowledge in writing basic SQL queries in backend testing for data integrity.</a:t>
            </a:r>
          </a:p>
          <a:p>
            <a:pPr marL="342900" marR="1008380" indent="-342900">
              <a:buFont typeface="Arial" panose="020B0604020202020204" pitchFamily="34" charset="0"/>
              <a:buChar char="•"/>
              <a:tabLst>
                <a:tab pos="545465" algn="l"/>
                <a:tab pos="546100" algn="l"/>
              </a:tabLst>
            </a:pP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Having good knowledge in Agile Scrum Methodology.</a:t>
            </a:r>
          </a:p>
          <a:p>
            <a:pPr marL="342900" marR="1013460" lvl="0" indent="-342900">
              <a:buFont typeface="Wingdings" panose="05000000000000000000" pitchFamily="2" charset="2"/>
              <a:buChar char=""/>
              <a:tabLst>
                <a:tab pos="545465" algn="l"/>
                <a:tab pos="546100" algn="l"/>
              </a:tabLst>
            </a:pPr>
            <a:endParaRPr lang="en-IN" sz="1050" dirty="0">
              <a:effectLst/>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34" name="Straight Connector 33">
            <a:extLst>
              <a:ext uri="{FF2B5EF4-FFF2-40B4-BE49-F238E27FC236}">
                <a16:creationId xmlns:a16="http://schemas.microsoft.com/office/drawing/2014/main" id="{157CF39C-67D2-415B-A297-3CF5A753D66E}"/>
              </a:ext>
            </a:extLst>
          </p:cNvPr>
          <p:cNvCxnSpPr>
            <a:cxnSpLocks/>
          </p:cNvCxnSpPr>
          <p:nvPr/>
        </p:nvCxnSpPr>
        <p:spPr>
          <a:xfrm>
            <a:off x="817391" y="2360596"/>
            <a:ext cx="10549052" cy="0"/>
          </a:xfrm>
          <a:prstGeom prst="line">
            <a:avLst/>
          </a:prstGeom>
          <a:noFill/>
          <a:ln w="12700" cap="flat" cmpd="sng" algn="ctr">
            <a:solidFill>
              <a:sysClr val="window" lastClr="FFFFFF">
                <a:lumMod val="75000"/>
              </a:sysClr>
            </a:solidFill>
            <a:prstDash val="sysDash"/>
          </a:ln>
          <a:effectLst/>
        </p:spPr>
      </p:cxnSp>
      <p:grpSp>
        <p:nvGrpSpPr>
          <p:cNvPr id="38" name="Graphic 4">
            <a:extLst>
              <a:ext uri="{FF2B5EF4-FFF2-40B4-BE49-F238E27FC236}">
                <a16:creationId xmlns:a16="http://schemas.microsoft.com/office/drawing/2014/main" id="{FA0F9F74-4EEC-4D1F-BE6F-92FF10621D85}"/>
              </a:ext>
            </a:extLst>
          </p:cNvPr>
          <p:cNvGrpSpPr/>
          <p:nvPr/>
        </p:nvGrpSpPr>
        <p:grpSpPr>
          <a:xfrm>
            <a:off x="2125491" y="1514510"/>
            <a:ext cx="240556" cy="240651"/>
            <a:chOff x="2998797" y="4792777"/>
            <a:chExt cx="362309" cy="362450"/>
          </a:xfrm>
          <a:solidFill>
            <a:sysClr val="windowText" lastClr="000000">
              <a:lumMod val="75000"/>
              <a:lumOff val="25000"/>
            </a:sysClr>
          </a:solidFill>
        </p:grpSpPr>
        <p:sp>
          <p:nvSpPr>
            <p:cNvPr id="39" name="Graphic 4">
              <a:extLst>
                <a:ext uri="{FF2B5EF4-FFF2-40B4-BE49-F238E27FC236}">
                  <a16:creationId xmlns:a16="http://schemas.microsoft.com/office/drawing/2014/main" id="{17636789-A837-4AD7-82F9-899EF563B85D}"/>
                </a:ext>
              </a:extLst>
            </p:cNvPr>
            <p:cNvSpPr/>
            <p:nvPr/>
          </p:nvSpPr>
          <p:spPr>
            <a:xfrm>
              <a:off x="3107426" y="4869864"/>
              <a:ext cx="145120" cy="203010"/>
            </a:xfrm>
            <a:custGeom>
              <a:avLst/>
              <a:gdLst>
                <a:gd name="connsiteX0" fmla="*/ 72206 w 145120"/>
                <a:gd name="connsiteY0" fmla="*/ 0 h 203010"/>
                <a:gd name="connsiteX1" fmla="*/ 72206 w 145120"/>
                <a:gd name="connsiteY1" fmla="*/ 0 h 203010"/>
                <a:gd name="connsiteX2" fmla="*/ 0 w 145120"/>
                <a:gd name="connsiteY2" fmla="*/ 72139 h 203010"/>
                <a:gd name="connsiteX3" fmla="*/ 10224 w 145120"/>
                <a:gd name="connsiteY3" fmla="*/ 108528 h 203010"/>
                <a:gd name="connsiteX4" fmla="*/ 72845 w 145120"/>
                <a:gd name="connsiteY4" fmla="*/ 203011 h 203010"/>
                <a:gd name="connsiteX5" fmla="*/ 135467 w 145120"/>
                <a:gd name="connsiteY5" fmla="*/ 108528 h 203010"/>
                <a:gd name="connsiteX6" fmla="*/ 145052 w 145120"/>
                <a:gd name="connsiteY6" fmla="*/ 72777 h 203010"/>
                <a:gd name="connsiteX7" fmla="*/ 72206 w 145120"/>
                <a:gd name="connsiteY7" fmla="*/ 0 h 203010"/>
                <a:gd name="connsiteX8" fmla="*/ 72206 w 145120"/>
                <a:gd name="connsiteY8" fmla="*/ 110443 h 203010"/>
                <a:gd name="connsiteX9" fmla="*/ 34506 w 145120"/>
                <a:gd name="connsiteY9" fmla="*/ 72777 h 203010"/>
                <a:gd name="connsiteX10" fmla="*/ 72206 w 145120"/>
                <a:gd name="connsiteY10" fmla="*/ 35112 h 203010"/>
                <a:gd name="connsiteX11" fmla="*/ 109907 w 145120"/>
                <a:gd name="connsiteY11" fmla="*/ 72777 h 203010"/>
                <a:gd name="connsiteX12" fmla="*/ 72206 w 145120"/>
                <a:gd name="connsiteY12" fmla="*/ 110443 h 203010"/>
                <a:gd name="connsiteX13" fmla="*/ 72206 w 145120"/>
                <a:gd name="connsiteY13" fmla="*/ 110443 h 20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5120" h="203010">
                  <a:moveTo>
                    <a:pt x="72206" y="0"/>
                  </a:moveTo>
                  <a:lnTo>
                    <a:pt x="72206" y="0"/>
                  </a:lnTo>
                  <a:cubicBezTo>
                    <a:pt x="31950" y="0"/>
                    <a:pt x="0" y="32558"/>
                    <a:pt x="0" y="72139"/>
                  </a:cubicBezTo>
                  <a:cubicBezTo>
                    <a:pt x="0" y="84907"/>
                    <a:pt x="3195" y="97675"/>
                    <a:pt x="10224" y="108528"/>
                  </a:cubicBezTo>
                  <a:lnTo>
                    <a:pt x="72845" y="203011"/>
                  </a:lnTo>
                  <a:lnTo>
                    <a:pt x="135467" y="108528"/>
                  </a:lnTo>
                  <a:cubicBezTo>
                    <a:pt x="141857" y="97675"/>
                    <a:pt x="145691" y="85545"/>
                    <a:pt x="145052" y="72777"/>
                  </a:cubicBezTo>
                  <a:cubicBezTo>
                    <a:pt x="144413" y="32558"/>
                    <a:pt x="112463" y="0"/>
                    <a:pt x="72206" y="0"/>
                  </a:cubicBezTo>
                  <a:close/>
                  <a:moveTo>
                    <a:pt x="72206" y="110443"/>
                  </a:moveTo>
                  <a:cubicBezTo>
                    <a:pt x="51119" y="110443"/>
                    <a:pt x="34506" y="93206"/>
                    <a:pt x="34506" y="72777"/>
                  </a:cubicBezTo>
                  <a:cubicBezTo>
                    <a:pt x="34506" y="52349"/>
                    <a:pt x="51759" y="35112"/>
                    <a:pt x="72206" y="35112"/>
                  </a:cubicBezTo>
                  <a:cubicBezTo>
                    <a:pt x="92654" y="35112"/>
                    <a:pt x="109907" y="52349"/>
                    <a:pt x="109907" y="72777"/>
                  </a:cubicBezTo>
                  <a:cubicBezTo>
                    <a:pt x="109907" y="93206"/>
                    <a:pt x="93293" y="110443"/>
                    <a:pt x="72206" y="110443"/>
                  </a:cubicBezTo>
                  <a:lnTo>
                    <a:pt x="72206" y="110443"/>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a typeface="+mn-ea"/>
                <a:cs typeface="+mn-cs"/>
              </a:endParaRPr>
            </a:p>
          </p:txBody>
        </p:sp>
        <p:sp>
          <p:nvSpPr>
            <p:cNvPr id="40" name="Graphic 4">
              <a:extLst>
                <a:ext uri="{FF2B5EF4-FFF2-40B4-BE49-F238E27FC236}">
                  <a16:creationId xmlns:a16="http://schemas.microsoft.com/office/drawing/2014/main" id="{695D7208-12F0-41A3-A76A-A75813FDC107}"/>
                </a:ext>
              </a:extLst>
            </p:cNvPr>
            <p:cNvSpPr/>
            <p:nvPr/>
          </p:nvSpPr>
          <p:spPr>
            <a:xfrm>
              <a:off x="3154711" y="4917105"/>
              <a:ext cx="49841" cy="49795"/>
            </a:xfrm>
            <a:custGeom>
              <a:avLst/>
              <a:gdLst>
                <a:gd name="connsiteX0" fmla="*/ 49842 w 49841"/>
                <a:gd name="connsiteY0" fmla="*/ 24898 h 49795"/>
                <a:gd name="connsiteX1" fmla="*/ 24921 w 49841"/>
                <a:gd name="connsiteY1" fmla="*/ 49795 h 49795"/>
                <a:gd name="connsiteX2" fmla="*/ 0 w 49841"/>
                <a:gd name="connsiteY2" fmla="*/ 24898 h 49795"/>
                <a:gd name="connsiteX3" fmla="*/ 24921 w 49841"/>
                <a:gd name="connsiteY3" fmla="*/ 0 h 49795"/>
                <a:gd name="connsiteX4" fmla="*/ 49842 w 49841"/>
                <a:gd name="connsiteY4" fmla="*/ 24898 h 49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41" h="49795">
                  <a:moveTo>
                    <a:pt x="49842" y="24898"/>
                  </a:moveTo>
                  <a:cubicBezTo>
                    <a:pt x="49842" y="38648"/>
                    <a:pt x="38684" y="49795"/>
                    <a:pt x="24921" y="49795"/>
                  </a:cubicBezTo>
                  <a:cubicBezTo>
                    <a:pt x="11158" y="49795"/>
                    <a:pt x="0" y="38648"/>
                    <a:pt x="0" y="24898"/>
                  </a:cubicBezTo>
                  <a:cubicBezTo>
                    <a:pt x="0" y="11147"/>
                    <a:pt x="11158" y="0"/>
                    <a:pt x="24921" y="0"/>
                  </a:cubicBezTo>
                  <a:cubicBezTo>
                    <a:pt x="38684" y="0"/>
                    <a:pt x="49842" y="11147"/>
                    <a:pt x="49842" y="2489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a typeface="+mn-ea"/>
                <a:cs typeface="+mn-cs"/>
              </a:endParaRPr>
            </a:p>
          </p:txBody>
        </p:sp>
        <p:sp>
          <p:nvSpPr>
            <p:cNvPr id="41" name="Graphic 4">
              <a:extLst>
                <a:ext uri="{FF2B5EF4-FFF2-40B4-BE49-F238E27FC236}">
                  <a16:creationId xmlns:a16="http://schemas.microsoft.com/office/drawing/2014/main" id="{64420569-0558-4217-A2D8-0220CEC3BFFA}"/>
                </a:ext>
              </a:extLst>
            </p:cNvPr>
            <p:cNvSpPr/>
            <p:nvPr/>
          </p:nvSpPr>
          <p:spPr>
            <a:xfrm>
              <a:off x="2998797" y="4792777"/>
              <a:ext cx="362309" cy="362450"/>
            </a:xfrm>
            <a:custGeom>
              <a:avLst/>
              <a:gdLst>
                <a:gd name="connsiteX0" fmla="*/ 180835 w 362309"/>
                <a:gd name="connsiteY0" fmla="*/ 479 h 362450"/>
                <a:gd name="connsiteX1" fmla="*/ 0 w 362309"/>
                <a:gd name="connsiteY1" fmla="*/ 181784 h 362450"/>
                <a:gd name="connsiteX2" fmla="*/ 181474 w 362309"/>
                <a:gd name="connsiteY2" fmla="*/ 362451 h 362450"/>
                <a:gd name="connsiteX3" fmla="*/ 362310 w 362309"/>
                <a:gd name="connsiteY3" fmla="*/ 181146 h 362450"/>
                <a:gd name="connsiteX4" fmla="*/ 180835 w 362309"/>
                <a:gd name="connsiteY4" fmla="*/ 479 h 362450"/>
                <a:gd name="connsiteX5" fmla="*/ 180835 w 362309"/>
                <a:gd name="connsiteY5" fmla="*/ 479 h 362450"/>
                <a:gd name="connsiteX6" fmla="*/ 254320 w 362309"/>
                <a:gd name="connsiteY6" fmla="*/ 191998 h 362450"/>
                <a:gd name="connsiteX7" fmla="*/ 185947 w 362309"/>
                <a:gd name="connsiteY7" fmla="*/ 294780 h 362450"/>
                <a:gd name="connsiteX8" fmla="*/ 180835 w 362309"/>
                <a:gd name="connsiteY8" fmla="*/ 297972 h 362450"/>
                <a:gd name="connsiteX9" fmla="*/ 180835 w 362309"/>
                <a:gd name="connsiteY9" fmla="*/ 297972 h 362450"/>
                <a:gd name="connsiteX10" fmla="*/ 175723 w 362309"/>
                <a:gd name="connsiteY10" fmla="*/ 294780 h 362450"/>
                <a:gd name="connsiteX11" fmla="*/ 107990 w 362309"/>
                <a:gd name="connsiteY11" fmla="*/ 191998 h 362450"/>
                <a:gd name="connsiteX12" fmla="*/ 95849 w 362309"/>
                <a:gd name="connsiteY12" fmla="*/ 149226 h 362450"/>
                <a:gd name="connsiteX13" fmla="*/ 180835 w 362309"/>
                <a:gd name="connsiteY13" fmla="*/ 64319 h 362450"/>
                <a:gd name="connsiteX14" fmla="*/ 180835 w 362309"/>
                <a:gd name="connsiteY14" fmla="*/ 64319 h 362450"/>
                <a:gd name="connsiteX15" fmla="*/ 265821 w 362309"/>
                <a:gd name="connsiteY15" fmla="*/ 149226 h 362450"/>
                <a:gd name="connsiteX16" fmla="*/ 254320 w 362309"/>
                <a:gd name="connsiteY16" fmla="*/ 191998 h 362450"/>
                <a:gd name="connsiteX17" fmla="*/ 254320 w 362309"/>
                <a:gd name="connsiteY17" fmla="*/ 191998 h 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2309" h="362450">
                  <a:moveTo>
                    <a:pt x="180835" y="479"/>
                  </a:moveTo>
                  <a:cubicBezTo>
                    <a:pt x="80513" y="479"/>
                    <a:pt x="0" y="81556"/>
                    <a:pt x="0" y="181784"/>
                  </a:cubicBezTo>
                  <a:cubicBezTo>
                    <a:pt x="0" y="282012"/>
                    <a:pt x="81152" y="362451"/>
                    <a:pt x="181474" y="362451"/>
                  </a:cubicBezTo>
                  <a:cubicBezTo>
                    <a:pt x="281157" y="362451"/>
                    <a:pt x="362310" y="281374"/>
                    <a:pt x="362310" y="181146"/>
                  </a:cubicBezTo>
                  <a:cubicBezTo>
                    <a:pt x="362310" y="80917"/>
                    <a:pt x="281157" y="-160"/>
                    <a:pt x="180835" y="479"/>
                  </a:cubicBezTo>
                  <a:cubicBezTo>
                    <a:pt x="180835" y="-160"/>
                    <a:pt x="180835" y="-160"/>
                    <a:pt x="180835" y="479"/>
                  </a:cubicBezTo>
                  <a:close/>
                  <a:moveTo>
                    <a:pt x="254320" y="191998"/>
                  </a:moveTo>
                  <a:lnTo>
                    <a:pt x="185947" y="294780"/>
                  </a:lnTo>
                  <a:cubicBezTo>
                    <a:pt x="184669" y="296696"/>
                    <a:pt x="182752" y="297334"/>
                    <a:pt x="180835" y="297972"/>
                  </a:cubicBezTo>
                  <a:lnTo>
                    <a:pt x="180835" y="297972"/>
                  </a:lnTo>
                  <a:cubicBezTo>
                    <a:pt x="178918" y="297972"/>
                    <a:pt x="177001" y="296696"/>
                    <a:pt x="175723" y="294780"/>
                  </a:cubicBezTo>
                  <a:lnTo>
                    <a:pt x="107990" y="191998"/>
                  </a:lnTo>
                  <a:cubicBezTo>
                    <a:pt x="99683" y="179230"/>
                    <a:pt x="95849" y="163909"/>
                    <a:pt x="95849" y="149226"/>
                  </a:cubicBezTo>
                  <a:cubicBezTo>
                    <a:pt x="95849" y="101984"/>
                    <a:pt x="134189" y="64319"/>
                    <a:pt x="180835" y="64319"/>
                  </a:cubicBezTo>
                  <a:lnTo>
                    <a:pt x="180835" y="64319"/>
                  </a:lnTo>
                  <a:cubicBezTo>
                    <a:pt x="228121" y="64319"/>
                    <a:pt x="265821" y="102623"/>
                    <a:pt x="265821" y="149226"/>
                  </a:cubicBezTo>
                  <a:cubicBezTo>
                    <a:pt x="266460" y="164547"/>
                    <a:pt x="262626" y="179230"/>
                    <a:pt x="254320" y="191998"/>
                  </a:cubicBezTo>
                  <a:lnTo>
                    <a:pt x="254320" y="19199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a typeface="+mn-ea"/>
                <a:cs typeface="+mn-cs"/>
              </a:endParaRPr>
            </a:p>
          </p:txBody>
        </p:sp>
      </p:grpSp>
      <p:sp>
        <p:nvSpPr>
          <p:cNvPr id="42" name="Google Shape;165;g9099d71877_21_74">
            <a:extLst>
              <a:ext uri="{FF2B5EF4-FFF2-40B4-BE49-F238E27FC236}">
                <a16:creationId xmlns:a16="http://schemas.microsoft.com/office/drawing/2014/main" id="{4B970187-F41D-4C1A-8D08-371C76FCB9EE}"/>
              </a:ext>
            </a:extLst>
          </p:cNvPr>
          <p:cNvSpPr txBox="1"/>
          <p:nvPr/>
        </p:nvSpPr>
        <p:spPr>
          <a:xfrm>
            <a:off x="2363242" y="1443198"/>
            <a:ext cx="1923701" cy="856516"/>
          </a:xfrm>
          <a:prstGeom prst="rect">
            <a:avLst/>
          </a:prstGeom>
          <a:noFill/>
          <a:ln>
            <a:noFill/>
          </a:ln>
        </p:spPr>
        <p:txBody>
          <a:bodyPr spcFirstLastPara="1" wrap="square" lIns="53975" tIns="53975" rIns="53975" bIns="53975" anchor="t" anchorCtr="0">
            <a:noAutofit/>
          </a:bodyPr>
          <a:lstStyle/>
          <a:p>
            <a:pPr marL="0" marR="0" lvl="0" indent="0" algn="l" defTabSz="914400" rtl="0" eaLnBrk="1" fontAlgn="auto" latinLnBrk="0" hangingPunct="1">
              <a:lnSpc>
                <a:spcPct val="110000"/>
              </a:lnSpc>
              <a:spcBef>
                <a:spcPts val="400"/>
              </a:spcBef>
              <a:spcAft>
                <a:spcPts val="70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Open Sans"/>
                <a:ea typeface="Verdana"/>
                <a:cs typeface="Verdana"/>
                <a:sym typeface="Verdana"/>
              </a:rPr>
              <a:t>Pune, India</a:t>
            </a:r>
          </a:p>
          <a:p>
            <a:pPr marL="0" marR="0" lvl="0" indent="0" algn="l" defTabSz="914400" rtl="0" eaLnBrk="1" fontAlgn="auto" latinLnBrk="0" hangingPunct="1">
              <a:lnSpc>
                <a:spcPct val="110000"/>
              </a:lnSpc>
              <a:spcBef>
                <a:spcPts val="400"/>
              </a:spcBef>
              <a:spcAft>
                <a:spcPts val="700"/>
              </a:spcAft>
              <a:buClr>
                <a:srgbClr val="000000"/>
              </a:buClr>
              <a:buSzTx/>
              <a:buFont typeface="Arial"/>
              <a:buNone/>
              <a:tabLst/>
              <a:defRPr/>
            </a:pPr>
            <a:r>
              <a:rPr kumimoji="0" lang="en-US" sz="1050" b="0" i="0" u="none" strike="noStrike" kern="0" cap="none" spc="0" normalizeH="0" baseline="0" noProof="0" dirty="0">
                <a:ln>
                  <a:noFill/>
                </a:ln>
                <a:solidFill>
                  <a:srgbClr val="000000"/>
                </a:solidFill>
                <a:effectLst/>
                <a:uLnTx/>
                <a:uFillTx/>
                <a:latin typeface="Open Sans"/>
                <a:ea typeface="Verdana"/>
                <a:cs typeface="Verdana"/>
                <a:sym typeface="Verdana"/>
              </a:rPr>
              <a:t>Mobile: </a:t>
            </a:r>
            <a:r>
              <a:rPr lang="en-US" sz="1050" dirty="0">
                <a:effectLst/>
                <a:latin typeface="Open Sans" panose="020B0606030504020204" pitchFamily="34" charset="0"/>
                <a:ea typeface="Open Sans" panose="020B0606030504020204" pitchFamily="34" charset="0"/>
                <a:cs typeface="Open Sans" panose="020B0606030504020204" pitchFamily="34" charset="0"/>
              </a:rPr>
              <a:t>7517858419</a:t>
            </a:r>
            <a:endParaRPr kumimoji="0" lang="en-US" sz="105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p:txBody>
      </p:sp>
      <p:grpSp>
        <p:nvGrpSpPr>
          <p:cNvPr id="43" name="Graphic 4">
            <a:extLst>
              <a:ext uri="{FF2B5EF4-FFF2-40B4-BE49-F238E27FC236}">
                <a16:creationId xmlns:a16="http://schemas.microsoft.com/office/drawing/2014/main" id="{58208412-C68B-4D18-9D22-B44FA12B0E63}"/>
              </a:ext>
            </a:extLst>
          </p:cNvPr>
          <p:cNvGrpSpPr/>
          <p:nvPr/>
        </p:nvGrpSpPr>
        <p:grpSpPr>
          <a:xfrm>
            <a:off x="2125479" y="1825394"/>
            <a:ext cx="237743" cy="237743"/>
            <a:chOff x="7191874" y="4308712"/>
            <a:chExt cx="362312" cy="361971"/>
          </a:xfrm>
          <a:solidFill>
            <a:sysClr val="windowText" lastClr="000000">
              <a:lumMod val="75000"/>
              <a:lumOff val="25000"/>
            </a:sysClr>
          </a:solidFill>
        </p:grpSpPr>
        <p:sp>
          <p:nvSpPr>
            <p:cNvPr id="44" name="Graphic 4">
              <a:extLst>
                <a:ext uri="{FF2B5EF4-FFF2-40B4-BE49-F238E27FC236}">
                  <a16:creationId xmlns:a16="http://schemas.microsoft.com/office/drawing/2014/main" id="{08B8A85D-5F47-477A-BD71-B27EBCFAD012}"/>
                </a:ext>
              </a:extLst>
            </p:cNvPr>
            <p:cNvSpPr/>
            <p:nvPr/>
          </p:nvSpPr>
          <p:spPr>
            <a:xfrm>
              <a:off x="7319672" y="4390427"/>
              <a:ext cx="107351" cy="197903"/>
            </a:xfrm>
            <a:custGeom>
              <a:avLst/>
              <a:gdLst>
                <a:gd name="connsiteX0" fmla="*/ 105434 w 107351"/>
                <a:gd name="connsiteY0" fmla="*/ 0 h 197903"/>
                <a:gd name="connsiteX1" fmla="*/ 1917 w 107351"/>
                <a:gd name="connsiteY1" fmla="*/ 0 h 197903"/>
                <a:gd name="connsiteX2" fmla="*/ 0 w 107351"/>
                <a:gd name="connsiteY2" fmla="*/ 1277 h 197903"/>
                <a:gd name="connsiteX3" fmla="*/ 0 w 107351"/>
                <a:gd name="connsiteY3" fmla="*/ 196627 h 197903"/>
                <a:gd name="connsiteX4" fmla="*/ 1917 w 107351"/>
                <a:gd name="connsiteY4" fmla="*/ 197903 h 197903"/>
                <a:gd name="connsiteX5" fmla="*/ 105434 w 107351"/>
                <a:gd name="connsiteY5" fmla="*/ 197903 h 197903"/>
                <a:gd name="connsiteX6" fmla="*/ 107351 w 107351"/>
                <a:gd name="connsiteY6" fmla="*/ 196627 h 197903"/>
                <a:gd name="connsiteX7" fmla="*/ 107351 w 107351"/>
                <a:gd name="connsiteY7" fmla="*/ 1277 h 197903"/>
                <a:gd name="connsiteX8" fmla="*/ 105434 w 107351"/>
                <a:gd name="connsiteY8" fmla="*/ 0 h 197903"/>
                <a:gd name="connsiteX9" fmla="*/ 53676 w 107351"/>
                <a:gd name="connsiteY9" fmla="*/ 183220 h 197903"/>
                <a:gd name="connsiteX10" fmla="*/ 44730 w 107351"/>
                <a:gd name="connsiteY10" fmla="*/ 174283 h 197903"/>
                <a:gd name="connsiteX11" fmla="*/ 53676 w 107351"/>
                <a:gd name="connsiteY11" fmla="*/ 165345 h 197903"/>
                <a:gd name="connsiteX12" fmla="*/ 62622 w 107351"/>
                <a:gd name="connsiteY12" fmla="*/ 174283 h 197903"/>
                <a:gd name="connsiteX13" fmla="*/ 62622 w 107351"/>
                <a:gd name="connsiteY13" fmla="*/ 174283 h 197903"/>
                <a:gd name="connsiteX14" fmla="*/ 53676 w 107351"/>
                <a:gd name="connsiteY14" fmla="*/ 183220 h 197903"/>
                <a:gd name="connsiteX15" fmla="*/ 97766 w 107351"/>
                <a:gd name="connsiteY15" fmla="*/ 144278 h 197903"/>
                <a:gd name="connsiteX16" fmla="*/ 91376 w 107351"/>
                <a:gd name="connsiteY16" fmla="*/ 150662 h 197903"/>
                <a:gd name="connsiteX17" fmla="*/ 15975 w 107351"/>
                <a:gd name="connsiteY17" fmla="*/ 150662 h 197903"/>
                <a:gd name="connsiteX18" fmla="*/ 9585 w 107351"/>
                <a:gd name="connsiteY18" fmla="*/ 144278 h 197903"/>
                <a:gd name="connsiteX19" fmla="*/ 9585 w 107351"/>
                <a:gd name="connsiteY19" fmla="*/ 16599 h 197903"/>
                <a:gd name="connsiteX20" fmla="*/ 15975 w 107351"/>
                <a:gd name="connsiteY20" fmla="*/ 10215 h 197903"/>
                <a:gd name="connsiteX21" fmla="*/ 91376 w 107351"/>
                <a:gd name="connsiteY21" fmla="*/ 10215 h 197903"/>
                <a:gd name="connsiteX22" fmla="*/ 97766 w 107351"/>
                <a:gd name="connsiteY22" fmla="*/ 16599 h 197903"/>
                <a:gd name="connsiteX23" fmla="*/ 97766 w 107351"/>
                <a:gd name="connsiteY23" fmla="*/ 144278 h 197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351" h="197903">
                  <a:moveTo>
                    <a:pt x="105434" y="0"/>
                  </a:moveTo>
                  <a:lnTo>
                    <a:pt x="1917" y="0"/>
                  </a:lnTo>
                  <a:cubicBezTo>
                    <a:pt x="639" y="0"/>
                    <a:pt x="0" y="639"/>
                    <a:pt x="0" y="1277"/>
                  </a:cubicBezTo>
                  <a:lnTo>
                    <a:pt x="0" y="196627"/>
                  </a:lnTo>
                  <a:cubicBezTo>
                    <a:pt x="639" y="197265"/>
                    <a:pt x="1278" y="197903"/>
                    <a:pt x="1917" y="197903"/>
                  </a:cubicBezTo>
                  <a:lnTo>
                    <a:pt x="105434" y="197903"/>
                  </a:lnTo>
                  <a:cubicBezTo>
                    <a:pt x="106073" y="197903"/>
                    <a:pt x="107351" y="197265"/>
                    <a:pt x="107351" y="196627"/>
                  </a:cubicBezTo>
                  <a:lnTo>
                    <a:pt x="107351" y="1277"/>
                  </a:lnTo>
                  <a:cubicBezTo>
                    <a:pt x="107351" y="1277"/>
                    <a:pt x="106712" y="0"/>
                    <a:pt x="105434" y="0"/>
                  </a:cubicBezTo>
                  <a:close/>
                  <a:moveTo>
                    <a:pt x="53676" y="183220"/>
                  </a:moveTo>
                  <a:cubicBezTo>
                    <a:pt x="48563" y="183220"/>
                    <a:pt x="44730" y="179390"/>
                    <a:pt x="44730" y="174283"/>
                  </a:cubicBezTo>
                  <a:cubicBezTo>
                    <a:pt x="44730" y="169176"/>
                    <a:pt x="48563" y="165345"/>
                    <a:pt x="53676" y="165345"/>
                  </a:cubicBezTo>
                  <a:cubicBezTo>
                    <a:pt x="58787" y="165345"/>
                    <a:pt x="62622" y="169176"/>
                    <a:pt x="62622" y="174283"/>
                  </a:cubicBezTo>
                  <a:cubicBezTo>
                    <a:pt x="62622" y="174283"/>
                    <a:pt x="62622" y="174283"/>
                    <a:pt x="62622" y="174283"/>
                  </a:cubicBezTo>
                  <a:cubicBezTo>
                    <a:pt x="63261" y="179390"/>
                    <a:pt x="58787" y="183220"/>
                    <a:pt x="53676" y="183220"/>
                  </a:cubicBezTo>
                  <a:close/>
                  <a:moveTo>
                    <a:pt x="97766" y="144278"/>
                  </a:moveTo>
                  <a:cubicBezTo>
                    <a:pt x="97766" y="148108"/>
                    <a:pt x="95210" y="150662"/>
                    <a:pt x="91376" y="150662"/>
                  </a:cubicBezTo>
                  <a:lnTo>
                    <a:pt x="15975" y="150662"/>
                  </a:lnTo>
                  <a:cubicBezTo>
                    <a:pt x="12141" y="150662"/>
                    <a:pt x="9585" y="148108"/>
                    <a:pt x="9585" y="144278"/>
                  </a:cubicBezTo>
                  <a:lnTo>
                    <a:pt x="9585" y="16599"/>
                  </a:lnTo>
                  <a:cubicBezTo>
                    <a:pt x="9585" y="12768"/>
                    <a:pt x="12141" y="10215"/>
                    <a:pt x="15975" y="10215"/>
                  </a:cubicBezTo>
                  <a:lnTo>
                    <a:pt x="91376" y="10215"/>
                  </a:lnTo>
                  <a:cubicBezTo>
                    <a:pt x="95210" y="10215"/>
                    <a:pt x="97766" y="12768"/>
                    <a:pt x="97766" y="16599"/>
                  </a:cubicBezTo>
                  <a:lnTo>
                    <a:pt x="97766" y="14427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42ADBD5-02E6-440D-A456-B64E25510C9B}"/>
                </a:ext>
              </a:extLst>
            </p:cNvPr>
            <p:cNvSpPr/>
            <p:nvPr/>
          </p:nvSpPr>
          <p:spPr>
            <a:xfrm>
              <a:off x="7191874" y="4308712"/>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248569 w 362312"/>
                <a:gd name="connsiteY6" fmla="*/ 278342 h 361971"/>
                <a:gd name="connsiteX7" fmla="*/ 233872 w 362312"/>
                <a:gd name="connsiteY7" fmla="*/ 292386 h 361971"/>
                <a:gd name="connsiteX8" fmla="*/ 130355 w 362312"/>
                <a:gd name="connsiteY8" fmla="*/ 292386 h 361971"/>
                <a:gd name="connsiteX9" fmla="*/ 115658 w 362312"/>
                <a:gd name="connsiteY9" fmla="*/ 278342 h 361971"/>
                <a:gd name="connsiteX10" fmla="*/ 115658 w 362312"/>
                <a:gd name="connsiteY10" fmla="*/ 82992 h 361971"/>
                <a:gd name="connsiteX11" fmla="*/ 130355 w 362312"/>
                <a:gd name="connsiteY11" fmla="*/ 68947 h 361971"/>
                <a:gd name="connsiteX12" fmla="*/ 233233 w 362312"/>
                <a:gd name="connsiteY12" fmla="*/ 68947 h 361971"/>
                <a:gd name="connsiteX13" fmla="*/ 247930 w 362312"/>
                <a:gd name="connsiteY13" fmla="*/ 82992 h 361971"/>
                <a:gd name="connsiteX14" fmla="*/ 248569 w 362312"/>
                <a:gd name="connsiteY14" fmla="*/ 27834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1077"/>
                    <a:pt x="281796" y="0"/>
                    <a:pt x="181474" y="0"/>
                  </a:cubicBezTo>
                  <a:close/>
                  <a:moveTo>
                    <a:pt x="248569" y="278342"/>
                  </a:moveTo>
                  <a:cubicBezTo>
                    <a:pt x="247930" y="286002"/>
                    <a:pt x="241540" y="292386"/>
                    <a:pt x="233872" y="292386"/>
                  </a:cubicBezTo>
                  <a:lnTo>
                    <a:pt x="130355" y="292386"/>
                  </a:lnTo>
                  <a:cubicBezTo>
                    <a:pt x="122686" y="292386"/>
                    <a:pt x="115658" y="286641"/>
                    <a:pt x="115658" y="278342"/>
                  </a:cubicBezTo>
                  <a:lnTo>
                    <a:pt x="115658" y="82992"/>
                  </a:lnTo>
                  <a:cubicBezTo>
                    <a:pt x="115658" y="75331"/>
                    <a:pt x="122686" y="68947"/>
                    <a:pt x="130355" y="68947"/>
                  </a:cubicBezTo>
                  <a:lnTo>
                    <a:pt x="233233" y="68947"/>
                  </a:lnTo>
                  <a:cubicBezTo>
                    <a:pt x="240900" y="68947"/>
                    <a:pt x="247930" y="74693"/>
                    <a:pt x="247930" y="82992"/>
                  </a:cubicBezTo>
                  <a:lnTo>
                    <a:pt x="248569" y="27834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E485AA09-82D8-4F69-A1D9-DE495719D5CD}"/>
                </a:ext>
              </a:extLst>
            </p:cNvPr>
            <p:cNvSpPr/>
            <p:nvPr/>
          </p:nvSpPr>
          <p:spPr>
            <a:xfrm>
              <a:off x="7342037" y="4413409"/>
              <a:ext cx="62621" cy="114911"/>
            </a:xfrm>
            <a:custGeom>
              <a:avLst/>
              <a:gdLst>
                <a:gd name="connsiteX0" fmla="*/ 0 w 62621"/>
                <a:gd name="connsiteY0" fmla="*/ 0 h 114911"/>
                <a:gd name="connsiteX1" fmla="*/ 62622 w 62621"/>
                <a:gd name="connsiteY1" fmla="*/ 0 h 114911"/>
                <a:gd name="connsiteX2" fmla="*/ 62622 w 62621"/>
                <a:gd name="connsiteY2" fmla="*/ 114912 h 114911"/>
                <a:gd name="connsiteX3" fmla="*/ 0 w 62621"/>
                <a:gd name="connsiteY3" fmla="*/ 114912 h 114911"/>
              </a:gdLst>
              <a:ahLst/>
              <a:cxnLst>
                <a:cxn ang="0">
                  <a:pos x="connsiteX0" y="connsiteY0"/>
                </a:cxn>
                <a:cxn ang="0">
                  <a:pos x="connsiteX1" y="connsiteY1"/>
                </a:cxn>
                <a:cxn ang="0">
                  <a:pos x="connsiteX2" y="connsiteY2"/>
                </a:cxn>
                <a:cxn ang="0">
                  <a:pos x="connsiteX3" y="connsiteY3"/>
                </a:cxn>
              </a:cxnLst>
              <a:rect l="l" t="t" r="r" b="b"/>
              <a:pathLst>
                <a:path w="62621" h="114911">
                  <a:moveTo>
                    <a:pt x="0" y="0"/>
                  </a:moveTo>
                  <a:lnTo>
                    <a:pt x="62622" y="0"/>
                  </a:lnTo>
                  <a:lnTo>
                    <a:pt x="62622" y="114912"/>
                  </a:lnTo>
                  <a:lnTo>
                    <a:pt x="0" y="11491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a typeface="+mn-ea"/>
                <a:cs typeface="+mn-cs"/>
              </a:endParaRPr>
            </a:p>
          </p:txBody>
        </p:sp>
      </p:grpSp>
      <p:cxnSp>
        <p:nvCxnSpPr>
          <p:cNvPr id="28" name="Straight Connector 27">
            <a:extLst>
              <a:ext uri="{FF2B5EF4-FFF2-40B4-BE49-F238E27FC236}">
                <a16:creationId xmlns:a16="http://schemas.microsoft.com/office/drawing/2014/main" id="{3CE168E2-89C6-4AC1-9022-15E15873C7E9}"/>
              </a:ext>
            </a:extLst>
          </p:cNvPr>
          <p:cNvCxnSpPr>
            <a:cxnSpLocks/>
          </p:cNvCxnSpPr>
          <p:nvPr/>
        </p:nvCxnSpPr>
        <p:spPr>
          <a:xfrm>
            <a:off x="464847" y="2431665"/>
            <a:ext cx="392310" cy="0"/>
          </a:xfrm>
          <a:prstGeom prst="line">
            <a:avLst/>
          </a:prstGeom>
          <a:noFill/>
          <a:ln w="38100" cap="flat" cmpd="sng" algn="ctr">
            <a:solidFill>
              <a:srgbClr val="FFC000"/>
            </a:solidFill>
            <a:prstDash val="solid"/>
            <a:miter lim="800000"/>
          </a:ln>
          <a:effectLst/>
        </p:spPr>
      </p:cxnSp>
      <p:sp>
        <p:nvSpPr>
          <p:cNvPr id="35" name="TextBox 34">
            <a:extLst>
              <a:ext uri="{FF2B5EF4-FFF2-40B4-BE49-F238E27FC236}">
                <a16:creationId xmlns:a16="http://schemas.microsoft.com/office/drawing/2014/main" id="{1700F0B9-3A08-4F1D-AED8-AB5143397A2F}"/>
              </a:ext>
            </a:extLst>
          </p:cNvPr>
          <p:cNvSpPr txBox="1"/>
          <p:nvPr/>
        </p:nvSpPr>
        <p:spPr>
          <a:xfrm>
            <a:off x="464847" y="2513860"/>
            <a:ext cx="3335716" cy="230832"/>
          </a:xfrm>
          <a:prstGeom prst="rect">
            <a:avLst/>
          </a:prstGeom>
          <a:noFill/>
        </p:spPr>
        <p:txBody>
          <a:bodyPr wrap="square" lIns="18288" tIns="18288" rIns="18288" bIns="18288" rtlCol="0" anchor="t"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Open Sans"/>
                <a:ea typeface="Open Sans" charset="0"/>
                <a:cs typeface="Open Sans" charset="0"/>
              </a:rPr>
              <a:t>Relevant Tools/Skills</a:t>
            </a:r>
          </a:p>
        </p:txBody>
      </p:sp>
      <p:sp>
        <p:nvSpPr>
          <p:cNvPr id="47" name="TextBox 46">
            <a:extLst>
              <a:ext uri="{FF2B5EF4-FFF2-40B4-BE49-F238E27FC236}">
                <a16:creationId xmlns:a16="http://schemas.microsoft.com/office/drawing/2014/main" id="{96AC3EDD-24EE-4EC4-91F9-05FF131F6964}"/>
              </a:ext>
            </a:extLst>
          </p:cNvPr>
          <p:cNvSpPr txBox="1"/>
          <p:nvPr/>
        </p:nvSpPr>
        <p:spPr>
          <a:xfrm>
            <a:off x="4765988" y="2490558"/>
            <a:ext cx="3335716" cy="230832"/>
          </a:xfrm>
          <a:prstGeom prst="rect">
            <a:avLst/>
          </a:prstGeom>
          <a:noFill/>
        </p:spPr>
        <p:txBody>
          <a:bodyPr wrap="square" lIns="18288" tIns="18288" rIns="18288" bIns="18288" rtlCol="0" anchor="t"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Open Sans"/>
                <a:ea typeface="Open Sans" charset="0"/>
                <a:cs typeface="Open Sans" charset="0"/>
              </a:rPr>
              <a:t>Relevant Experience</a:t>
            </a:r>
          </a:p>
        </p:txBody>
      </p:sp>
      <p:cxnSp>
        <p:nvCxnSpPr>
          <p:cNvPr id="48" name="Straight Connector 47">
            <a:extLst>
              <a:ext uri="{FF2B5EF4-FFF2-40B4-BE49-F238E27FC236}">
                <a16:creationId xmlns:a16="http://schemas.microsoft.com/office/drawing/2014/main" id="{03864F19-D760-4AF8-9F9A-E947D446509D}"/>
              </a:ext>
            </a:extLst>
          </p:cNvPr>
          <p:cNvCxnSpPr>
            <a:cxnSpLocks/>
          </p:cNvCxnSpPr>
          <p:nvPr/>
        </p:nvCxnSpPr>
        <p:spPr>
          <a:xfrm>
            <a:off x="4765988" y="2409631"/>
            <a:ext cx="392310" cy="0"/>
          </a:xfrm>
          <a:prstGeom prst="line">
            <a:avLst/>
          </a:prstGeom>
          <a:noFill/>
          <a:ln w="38100" cap="flat" cmpd="sng" algn="ctr">
            <a:solidFill>
              <a:srgbClr val="FFC000"/>
            </a:solidFill>
            <a:prstDash val="solid"/>
            <a:miter lim="800000"/>
          </a:ln>
          <a:effectLst/>
        </p:spPr>
      </p:cxnSp>
      <p:sp>
        <p:nvSpPr>
          <p:cNvPr id="49" name="TextBox 48">
            <a:extLst>
              <a:ext uri="{FF2B5EF4-FFF2-40B4-BE49-F238E27FC236}">
                <a16:creationId xmlns:a16="http://schemas.microsoft.com/office/drawing/2014/main" id="{792E8D2E-89ED-4A50-8542-1136F3B2B353}"/>
              </a:ext>
            </a:extLst>
          </p:cNvPr>
          <p:cNvSpPr txBox="1"/>
          <p:nvPr/>
        </p:nvSpPr>
        <p:spPr>
          <a:xfrm>
            <a:off x="464847" y="4149923"/>
            <a:ext cx="3335716" cy="230832"/>
          </a:xfrm>
          <a:prstGeom prst="rect">
            <a:avLst/>
          </a:prstGeom>
          <a:noFill/>
        </p:spPr>
        <p:txBody>
          <a:bodyPr wrap="square" lIns="18288" tIns="18288" rIns="18288" bIns="18288" rtlCol="0" anchor="t"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Open Sans"/>
                <a:ea typeface="Open Sans" charset="0"/>
                <a:cs typeface="Open Sans" charset="0"/>
              </a:rPr>
              <a:t>Industry Sector Experience</a:t>
            </a:r>
          </a:p>
        </p:txBody>
      </p:sp>
      <p:cxnSp>
        <p:nvCxnSpPr>
          <p:cNvPr id="50" name="Straight Connector 49">
            <a:extLst>
              <a:ext uri="{FF2B5EF4-FFF2-40B4-BE49-F238E27FC236}">
                <a16:creationId xmlns:a16="http://schemas.microsoft.com/office/drawing/2014/main" id="{1285B55B-6E46-400B-8BE8-B1B07C613EEA}"/>
              </a:ext>
            </a:extLst>
          </p:cNvPr>
          <p:cNvCxnSpPr>
            <a:cxnSpLocks/>
          </p:cNvCxnSpPr>
          <p:nvPr/>
        </p:nvCxnSpPr>
        <p:spPr>
          <a:xfrm>
            <a:off x="464847" y="4059237"/>
            <a:ext cx="392310" cy="0"/>
          </a:xfrm>
          <a:prstGeom prst="line">
            <a:avLst/>
          </a:prstGeom>
          <a:noFill/>
          <a:ln w="38100" cap="flat" cmpd="sng" algn="ctr">
            <a:solidFill>
              <a:srgbClr val="FFC000"/>
            </a:solidFill>
            <a:prstDash val="solid"/>
            <a:miter lim="800000"/>
          </a:ln>
          <a:effectLst/>
        </p:spPr>
      </p:cxnSp>
      <p:sp>
        <p:nvSpPr>
          <p:cNvPr id="51" name="TextBox 50">
            <a:extLst>
              <a:ext uri="{FF2B5EF4-FFF2-40B4-BE49-F238E27FC236}">
                <a16:creationId xmlns:a16="http://schemas.microsoft.com/office/drawing/2014/main" id="{066AE8AA-C0AA-4BAB-8D36-AF457592520C}"/>
              </a:ext>
            </a:extLst>
          </p:cNvPr>
          <p:cNvSpPr txBox="1"/>
          <p:nvPr/>
        </p:nvSpPr>
        <p:spPr>
          <a:xfrm>
            <a:off x="561407" y="4587856"/>
            <a:ext cx="2305966" cy="161583"/>
          </a:xfrm>
          <a:prstGeom prst="rect">
            <a:avLst/>
          </a:prstGeom>
          <a:noFill/>
        </p:spPr>
        <p:txBody>
          <a:bodyPr wrap="square" lIns="0" tIns="0" rIns="0" bIns="0" rtlCol="0">
            <a:spAutoFit/>
          </a:bodyPr>
          <a:lstStyle/>
          <a:p>
            <a:pPr marL="247015" indent="-171450">
              <a:spcBef>
                <a:spcPts val="415"/>
              </a:spcBef>
              <a:spcAft>
                <a:spcPts val="0"/>
              </a:spcAft>
              <a:buFont typeface="Arial" panose="020B0604020202020204" pitchFamily="34" charset="0"/>
              <a:buChar char="•"/>
            </a:pPr>
            <a:r>
              <a:rPr lang="en-US" sz="105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Healthcare Domain </a:t>
            </a:r>
            <a:endParaRPr lang="en-IN" sz="1050" dirty="0">
              <a:effectLst/>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7" name="TextBox 26">
            <a:extLst>
              <a:ext uri="{FF2B5EF4-FFF2-40B4-BE49-F238E27FC236}">
                <a16:creationId xmlns:a16="http://schemas.microsoft.com/office/drawing/2014/main" id="{0C1EBF01-C568-4F85-BEBC-7D890C2B39C3}"/>
              </a:ext>
            </a:extLst>
          </p:cNvPr>
          <p:cNvSpPr txBox="1"/>
          <p:nvPr/>
        </p:nvSpPr>
        <p:spPr>
          <a:xfrm>
            <a:off x="561407" y="2796494"/>
            <a:ext cx="3995603" cy="1202893"/>
          </a:xfrm>
          <a:prstGeom prst="rect">
            <a:avLst/>
          </a:prstGeom>
          <a:noFill/>
        </p:spPr>
        <p:txBody>
          <a:bodyPr wrap="square" lIns="0" tIns="0" rIns="0" bIns="0" rtlCol="0">
            <a:spAutoFit/>
          </a:bodyPr>
          <a:lstStyle/>
          <a:p>
            <a:pPr marL="171450" lvl="0" indent="-171450">
              <a:lnSpc>
                <a:spcPts val="1395"/>
              </a:lnSpc>
              <a:buFont typeface="Arial" panose="020B0604020202020204" pitchFamily="34" charset="0"/>
              <a:buChar char="•"/>
              <a:tabLst>
                <a:tab pos="545465" algn="l"/>
                <a:tab pos="546100" algn="l"/>
              </a:tabLst>
            </a:pPr>
            <a:r>
              <a:rPr lang="en-US" sz="1050" b="1" spc="-5" dirty="0">
                <a:effectLst/>
                <a:latin typeface="Open Sans Light" panose="020B0306030504020204" pitchFamily="34" charset="0"/>
                <a:ea typeface="Open Sans Light" panose="020B0306030504020204" pitchFamily="34" charset="0"/>
                <a:cs typeface="Open Sans Light" panose="020B0306030504020204" pitchFamily="34" charset="0"/>
              </a:rPr>
              <a:t>Database :</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 SQL</a:t>
            </a:r>
            <a:endParaRPr lang="en-US" sz="1050" b="1" spc="-5" dirty="0">
              <a:effectLst/>
              <a:latin typeface="Open Sans Light" panose="020B0306030504020204" pitchFamily="34" charset="0"/>
              <a:ea typeface="Open Sans Light" panose="020B0306030504020204" pitchFamily="34" charset="0"/>
              <a:cs typeface="Open Sans Light" panose="020B0306030504020204" pitchFamily="34" charset="0"/>
            </a:endParaRPr>
          </a:p>
          <a:p>
            <a:pPr marL="171450" lvl="0" indent="-171450">
              <a:lnSpc>
                <a:spcPts val="1395"/>
              </a:lnSpc>
              <a:buFont typeface="Arial" panose="020B0604020202020204" pitchFamily="34" charset="0"/>
              <a:buChar char="•"/>
              <a:tabLst>
                <a:tab pos="545465" algn="l"/>
                <a:tab pos="546100" algn="l"/>
              </a:tabLst>
            </a:pPr>
            <a:r>
              <a:rPr lang="en-US" sz="1050" b="1" spc="-5" dirty="0">
                <a:effectLst/>
                <a:latin typeface="Open Sans Light" panose="020B0306030504020204" pitchFamily="34" charset="0"/>
                <a:ea typeface="Open Sans Light" panose="020B0306030504020204" pitchFamily="34" charset="0"/>
                <a:cs typeface="Open Sans Light" panose="020B0306030504020204" pitchFamily="34" charset="0"/>
              </a:rPr>
              <a:t>Tools/Application </a:t>
            </a:r>
            <a:r>
              <a:rPr lang="en-US" sz="1050" spc="-5" dirty="0">
                <a:effectLst/>
                <a:latin typeface="Open Sans Light" panose="020B0306030504020204" pitchFamily="34" charset="0"/>
                <a:ea typeface="Open Sans Light" panose="020B0306030504020204" pitchFamily="34" charset="0"/>
                <a:cs typeface="Open Sans Light" panose="020B0306030504020204" pitchFamily="34" charset="0"/>
              </a:rPr>
              <a:t>:, Eclipse,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Selenium</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Cucumber</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 ALM, JIRA,, Postman,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Rest</a:t>
            </a:r>
            <a:r>
              <a:rPr lang="en-US" sz="1050" b="1" spc="-5" dirty="0">
                <a:effectLst/>
                <a:latin typeface="Open Sans Light" panose="020B0306030504020204" pitchFamily="34" charset="0"/>
                <a:ea typeface="Open Sans Light" panose="020B0306030504020204" pitchFamily="34" charset="0"/>
                <a:cs typeface="Open Sans Light" panose="020B0306030504020204" pitchFamily="34" charset="0"/>
              </a:rPr>
              <a:t> </a:t>
            </a:r>
            <a:r>
              <a:rPr lang="en-US" sz="1050" b="1" dirty="0">
                <a:effectLst/>
                <a:latin typeface="Open Sans Light" panose="020B0306030504020204" pitchFamily="34" charset="0"/>
                <a:ea typeface="Open Sans Light" panose="020B0306030504020204" pitchFamily="34" charset="0"/>
                <a:cs typeface="Open Sans Light" panose="020B0306030504020204" pitchFamily="34" charset="0"/>
              </a:rPr>
              <a:t>Assured</a:t>
            </a:r>
            <a:r>
              <a:rPr lang="en-IN" sz="105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Maven</a:t>
            </a:r>
            <a:r>
              <a:rPr lang="en-IN" sz="1050" dirty="0">
                <a:latin typeface="Open Sans Light" panose="020B0306030504020204" pitchFamily="34" charset="0"/>
                <a:ea typeface="Open Sans Light" panose="020B0306030504020204" pitchFamily="34" charset="0"/>
                <a:cs typeface="Open Sans Light" panose="020B0306030504020204" pitchFamily="34" charset="0"/>
              </a:rPr>
              <a:t>,</a:t>
            </a:r>
            <a:r>
              <a:rPr lang="en-US" sz="1050" spc="-5" dirty="0">
                <a:effectLst/>
                <a:latin typeface="Open Sans Light" panose="020B0306030504020204" pitchFamily="34" charset="0"/>
                <a:ea typeface="Open Sans Light" panose="020B0306030504020204" pitchFamily="34" charset="0"/>
                <a:cs typeface="Open Sans Light" panose="020B0306030504020204" pitchFamily="34" charset="0"/>
              </a:rPr>
              <a:t> </a:t>
            </a:r>
            <a:r>
              <a:rPr lang="en-US" sz="1050" dirty="0">
                <a:effectLst/>
                <a:latin typeface="Open Sans Light" panose="020B0306030504020204" pitchFamily="34" charset="0"/>
                <a:ea typeface="Open Sans Light" panose="020B0306030504020204" pitchFamily="34" charset="0"/>
                <a:cs typeface="Open Sans Light" panose="020B0306030504020204" pitchFamily="34" charset="0"/>
              </a:rPr>
              <a:t>My SQL Server, Jenkins, Git.</a:t>
            </a:r>
          </a:p>
          <a:p>
            <a:pPr marL="171450" indent="-171450">
              <a:spcBef>
                <a:spcPts val="230"/>
              </a:spcBef>
              <a:buFont typeface="Arial" panose="020B0604020202020204" pitchFamily="34" charset="0"/>
              <a:buChar char="•"/>
              <a:tabLst>
                <a:tab pos="545465" algn="l"/>
                <a:tab pos="546100" algn="l"/>
              </a:tabLst>
            </a:pPr>
            <a:r>
              <a:rPr lang="en-US" sz="1050" b="1" spc="-5" dirty="0">
                <a:effectLst/>
                <a:latin typeface="Open Sans Light" panose="020B0306030504020204" pitchFamily="34" charset="0"/>
                <a:ea typeface="Open Sans Light" panose="020B0306030504020204" pitchFamily="34" charset="0"/>
                <a:cs typeface="Open Sans Light" panose="020B0306030504020204" pitchFamily="34" charset="0"/>
              </a:rPr>
              <a:t>Programming</a:t>
            </a:r>
            <a:r>
              <a:rPr lang="en-US" sz="1050" b="1" spc="-55" dirty="0">
                <a:effectLst/>
                <a:latin typeface="Open Sans Light" panose="020B0306030504020204" pitchFamily="34" charset="0"/>
                <a:ea typeface="Open Sans Light" panose="020B0306030504020204" pitchFamily="34" charset="0"/>
                <a:cs typeface="Open Sans Light" panose="020B0306030504020204" pitchFamily="34" charset="0"/>
              </a:rPr>
              <a:t> </a:t>
            </a:r>
            <a:r>
              <a:rPr lang="en-US" sz="1050" b="1" spc="-5" dirty="0">
                <a:effectLst/>
                <a:latin typeface="Open Sans Light" panose="020B0306030504020204" pitchFamily="34" charset="0"/>
                <a:ea typeface="Open Sans Light" panose="020B0306030504020204" pitchFamily="34" charset="0"/>
                <a:cs typeface="Open Sans Light" panose="020B0306030504020204" pitchFamily="34" charset="0"/>
              </a:rPr>
              <a:t>languages</a:t>
            </a:r>
            <a:r>
              <a:rPr lang="en-US" sz="1050" spc="-5" dirty="0">
                <a:effectLst/>
                <a:latin typeface="Open Sans Light" panose="020B0306030504020204" pitchFamily="34" charset="0"/>
                <a:ea typeface="Open Sans Light" panose="020B0306030504020204" pitchFamily="34" charset="0"/>
                <a:cs typeface="Open Sans Light" panose="020B0306030504020204" pitchFamily="34" charset="0"/>
              </a:rPr>
              <a:t>:</a:t>
            </a:r>
            <a:r>
              <a:rPr lang="en-US" sz="1050" spc="-40" dirty="0">
                <a:effectLst/>
                <a:latin typeface="Open Sans Light" panose="020B0306030504020204" pitchFamily="34" charset="0"/>
                <a:ea typeface="Open Sans Light" panose="020B0306030504020204" pitchFamily="34" charset="0"/>
                <a:cs typeface="Open Sans Light" panose="020B0306030504020204" pitchFamily="34" charset="0"/>
              </a:rPr>
              <a:t> </a:t>
            </a:r>
            <a:r>
              <a:rPr lang="en-US" sz="1050" spc="-5" dirty="0">
                <a:effectLst/>
                <a:latin typeface="Open Sans Light" panose="020B0306030504020204" pitchFamily="34" charset="0"/>
                <a:ea typeface="Open Sans Light" panose="020B0306030504020204" pitchFamily="34" charset="0"/>
                <a:cs typeface="Open Sans Light" panose="020B0306030504020204" pitchFamily="34" charset="0"/>
              </a:rPr>
              <a:t>Core</a:t>
            </a:r>
            <a:r>
              <a:rPr lang="en-US" sz="1050" spc="-50" dirty="0">
                <a:effectLst/>
                <a:latin typeface="Open Sans Light" panose="020B0306030504020204" pitchFamily="34" charset="0"/>
                <a:ea typeface="Open Sans Light" panose="020B0306030504020204" pitchFamily="34" charset="0"/>
                <a:cs typeface="Open Sans Light" panose="020B0306030504020204" pitchFamily="34" charset="0"/>
              </a:rPr>
              <a:t> </a:t>
            </a:r>
            <a:r>
              <a:rPr lang="en-US" sz="1050" spc="-5" dirty="0">
                <a:effectLst/>
                <a:latin typeface="Open Sans Light" panose="020B0306030504020204" pitchFamily="34" charset="0"/>
                <a:ea typeface="Open Sans Light" panose="020B0306030504020204" pitchFamily="34" charset="0"/>
                <a:cs typeface="Open Sans Light" panose="020B0306030504020204" pitchFamily="34" charset="0"/>
              </a:rPr>
              <a:t>Java</a:t>
            </a:r>
            <a:r>
              <a:rPr lang="en-US" sz="1050" spc="-5" dirty="0">
                <a:latin typeface="Open Sans Light" panose="020B0306030504020204" pitchFamily="34" charset="0"/>
                <a:ea typeface="Open Sans Light" panose="020B0306030504020204" pitchFamily="34" charset="0"/>
                <a:cs typeface="Open Sans Light" panose="020B0306030504020204" pitchFamily="34" charset="0"/>
              </a:rPr>
              <a:t> , SQL.</a:t>
            </a:r>
            <a:endParaRPr lang="en-IN" sz="1050" dirty="0">
              <a:effectLst/>
              <a:latin typeface="Open Sans Light" panose="020B0306030504020204" pitchFamily="34" charset="0"/>
              <a:ea typeface="Open Sans Light" panose="020B0306030504020204" pitchFamily="34" charset="0"/>
              <a:cs typeface="Open Sans Light" panose="020B0306030504020204" pitchFamily="34" charset="0"/>
            </a:endParaRPr>
          </a:p>
          <a:p>
            <a:pPr>
              <a:spcBef>
                <a:spcPts val="600"/>
              </a:spcBef>
              <a:defRPr/>
            </a:pPr>
            <a:endParaRPr lang="en-GB" sz="1050" b="0" dirty="0">
              <a:latin typeface="Open Sans Light" panose="020B0306030504020204" pitchFamily="34" charset="0"/>
              <a:ea typeface="Open Sans Light" panose="020B0306030504020204" pitchFamily="34" charset="0"/>
              <a:cs typeface="Open Sans Light" panose="020B0306030504020204" pitchFamily="34" charset="0"/>
            </a:endParaRPr>
          </a:p>
          <a:p>
            <a:pPr>
              <a:spcBef>
                <a:spcPts val="600"/>
              </a:spcBef>
              <a:defRPr/>
            </a:pPr>
            <a:endParaRPr lang="en-GB" sz="1050" b="0" dirty="0">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9" name="Group 2">
            <a:extLst>
              <a:ext uri="{FF2B5EF4-FFF2-40B4-BE49-F238E27FC236}">
                <a16:creationId xmlns:a16="http://schemas.microsoft.com/office/drawing/2014/main" id="{75658E76-3233-7B5A-7573-2B61F9B9734B}"/>
              </a:ext>
            </a:extLst>
          </p:cNvPr>
          <p:cNvGrpSpPr>
            <a:grpSpLocks/>
          </p:cNvGrpSpPr>
          <p:nvPr/>
        </p:nvGrpSpPr>
        <p:grpSpPr bwMode="auto">
          <a:xfrm>
            <a:off x="885816" y="1009273"/>
            <a:ext cx="1137159" cy="1053861"/>
            <a:chOff x="2890" y="-2436"/>
            <a:chExt cx="1735" cy="1751"/>
          </a:xfrm>
        </p:grpSpPr>
        <p:pic>
          <p:nvPicPr>
            <p:cNvPr id="10" name="Picture 3">
              <a:extLst>
                <a:ext uri="{FF2B5EF4-FFF2-40B4-BE49-F238E27FC236}">
                  <a16:creationId xmlns:a16="http://schemas.microsoft.com/office/drawing/2014/main" id="{D8CDC99A-A43C-3012-3766-8DBB105BF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 y="-2419"/>
              <a:ext cx="1695" cy="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AutoShape 4">
              <a:extLst>
                <a:ext uri="{FF2B5EF4-FFF2-40B4-BE49-F238E27FC236}">
                  <a16:creationId xmlns:a16="http://schemas.microsoft.com/office/drawing/2014/main" id="{DE67123E-D2CE-165D-85BF-E4B23C7622A9}"/>
                </a:ext>
              </a:extLst>
            </p:cNvPr>
            <p:cNvSpPr>
              <a:spLocks/>
            </p:cNvSpPr>
            <p:nvPr/>
          </p:nvSpPr>
          <p:spPr bwMode="auto">
            <a:xfrm>
              <a:off x="2910" y="-2417"/>
              <a:ext cx="1695" cy="1711"/>
            </a:xfrm>
            <a:custGeom>
              <a:avLst/>
              <a:gdLst>
                <a:gd name="T0" fmla="+- 0 2910 2910"/>
                <a:gd name="T1" fmla="*/ T0 w 1695"/>
                <a:gd name="T2" fmla="+- 0 -705 -2416"/>
                <a:gd name="T3" fmla="*/ -705 h 1711"/>
                <a:gd name="T4" fmla="+- 0 4605 2910"/>
                <a:gd name="T5" fmla="*/ T4 w 1695"/>
                <a:gd name="T6" fmla="+- 0 -705 -2416"/>
                <a:gd name="T7" fmla="*/ -705 h 1711"/>
                <a:gd name="T8" fmla="+- 0 4605 2910"/>
                <a:gd name="T9" fmla="*/ T8 w 1695"/>
                <a:gd name="T10" fmla="+- 0 -2416 -2416"/>
                <a:gd name="T11" fmla="*/ -2416 h 1711"/>
                <a:gd name="T12" fmla="+- 0 2910 2910"/>
                <a:gd name="T13" fmla="*/ T12 w 1695"/>
                <a:gd name="T14" fmla="+- 0 -2416 -2416"/>
                <a:gd name="T15" fmla="*/ -2416 h 1711"/>
                <a:gd name="T16" fmla="+- 0 2910 2910"/>
                <a:gd name="T17" fmla="*/ T16 w 1695"/>
                <a:gd name="T18" fmla="+- 0 -705 -2416"/>
                <a:gd name="T19" fmla="*/ -705 h 1711"/>
              </a:gdLst>
              <a:ahLst/>
              <a:cxnLst>
                <a:cxn ang="0">
                  <a:pos x="T1" y="T3"/>
                </a:cxn>
                <a:cxn ang="0">
                  <a:pos x="T5" y="T7"/>
                </a:cxn>
                <a:cxn ang="0">
                  <a:pos x="T9" y="T11"/>
                </a:cxn>
                <a:cxn ang="0">
                  <a:pos x="T13" y="T15"/>
                </a:cxn>
                <a:cxn ang="0">
                  <a:pos x="T17" y="T19"/>
                </a:cxn>
              </a:cxnLst>
              <a:rect l="0" t="0" r="r" b="b"/>
              <a:pathLst>
                <a:path w="1695" h="1711">
                  <a:moveTo>
                    <a:pt x="0" y="1711"/>
                  </a:moveTo>
                  <a:lnTo>
                    <a:pt x="1695" y="1711"/>
                  </a:lnTo>
                  <a:lnTo>
                    <a:pt x="1695" y="0"/>
                  </a:lnTo>
                  <a:moveTo>
                    <a:pt x="0" y="0"/>
                  </a:moveTo>
                  <a:lnTo>
                    <a:pt x="0" y="1711"/>
                  </a:lnTo>
                </a:path>
              </a:pathLst>
            </a:custGeom>
            <a:noFill/>
            <a:ln w="25400">
              <a:solidFill>
                <a:srgbClr val="1C334E"/>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2" name="Rectangle 1">
            <a:extLst>
              <a:ext uri="{FF2B5EF4-FFF2-40B4-BE49-F238E27FC236}">
                <a16:creationId xmlns:a16="http://schemas.microsoft.com/office/drawing/2014/main" id="{C9F98A01-8DE0-BC9B-F054-77B3CEAABF7F}"/>
              </a:ext>
            </a:extLst>
          </p:cNvPr>
          <p:cNvSpPr/>
          <p:nvPr/>
        </p:nvSpPr>
        <p:spPr>
          <a:xfrm>
            <a:off x="898924" y="927358"/>
            <a:ext cx="1110942" cy="121528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descr="Image result for india flag image">
            <a:extLst>
              <a:ext uri="{FF2B5EF4-FFF2-40B4-BE49-F238E27FC236}">
                <a16:creationId xmlns:a16="http://schemas.microsoft.com/office/drawing/2014/main" id="{5577AFF6-FDB9-3CF8-94E9-DDF75801F33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407" y="1907655"/>
            <a:ext cx="704088" cy="3749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6957FBD-61FA-97E7-A0AC-5A6AA94AFCD0}"/>
              </a:ext>
            </a:extLst>
          </p:cNvPr>
          <p:cNvSpPr txBox="1"/>
          <p:nvPr/>
        </p:nvSpPr>
        <p:spPr>
          <a:xfrm>
            <a:off x="564874" y="4745595"/>
            <a:ext cx="3358952" cy="1236236"/>
          </a:xfrm>
          <a:prstGeom prst="rect">
            <a:avLst/>
          </a:prstGeom>
          <a:noFill/>
        </p:spPr>
        <p:txBody>
          <a:bodyPr wrap="square" lIns="0" tIns="0" rIns="0" bIns="0" rtlCol="0">
            <a:spAutoFit/>
          </a:bodyPr>
          <a:lstStyle/>
          <a:p>
            <a:pPr marL="75565">
              <a:spcBef>
                <a:spcPts val="415"/>
              </a:spcBef>
              <a:spcAft>
                <a:spcPts val="0"/>
              </a:spcAft>
            </a:pPr>
            <a:r>
              <a:rPr lang="en-US" sz="11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Executed assignments with the use </a:t>
            </a:r>
            <a:r>
              <a:rPr lang="en-US" sz="11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of web applications and programming languages. Write well-designed and efficient code by using the best software development practices to validate the test cases</a:t>
            </a:r>
          </a:p>
          <a:p>
            <a:pPr marL="75565">
              <a:spcBef>
                <a:spcPts val="415"/>
              </a:spcBef>
              <a:spcAft>
                <a:spcPts val="0"/>
              </a:spcAft>
            </a:pPr>
            <a:r>
              <a:rPr lang="en-US" sz="11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Involved in testing during the system testing</a:t>
            </a:r>
            <a:r>
              <a:rPr lang="en-US" sz="11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or UAT phases</a:t>
            </a:r>
            <a:endParaRPr lang="en-IN" sz="1100" dirty="0">
              <a:effectLst/>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9" name="TextBox 18">
            <a:extLst>
              <a:ext uri="{FF2B5EF4-FFF2-40B4-BE49-F238E27FC236}">
                <a16:creationId xmlns:a16="http://schemas.microsoft.com/office/drawing/2014/main" id="{81F75637-58B2-4C99-2C34-72B5EB629A30}"/>
              </a:ext>
            </a:extLst>
          </p:cNvPr>
          <p:cNvSpPr txBox="1"/>
          <p:nvPr/>
        </p:nvSpPr>
        <p:spPr>
          <a:xfrm>
            <a:off x="460667" y="4364150"/>
            <a:ext cx="6096000" cy="244682"/>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000000"/>
                </a:solidFill>
                <a:effectLst/>
                <a:uLnTx/>
                <a:uFillTx/>
                <a:latin typeface="Open Sans"/>
                <a:ea typeface="Open Sans" charset="0"/>
                <a:cs typeface="Open Sans" charset="0"/>
              </a:rPr>
              <a:t>Medledger</a:t>
            </a:r>
            <a:r>
              <a:rPr kumimoji="0" lang="en-US" sz="1050" b="1" i="0" u="none" strike="noStrike" kern="1200" cap="none" spc="0" normalizeH="0" baseline="0" noProof="0" dirty="0">
                <a:ln>
                  <a:noFill/>
                </a:ln>
                <a:solidFill>
                  <a:srgbClr val="000000"/>
                </a:solidFill>
                <a:effectLst/>
                <a:uLnTx/>
                <a:uFillTx/>
                <a:latin typeface="Open Sans"/>
                <a:ea typeface="Open Sans" charset="0"/>
                <a:cs typeface="Open Sans" charset="0"/>
              </a:rPr>
              <a:t>, Health Data USA</a:t>
            </a:r>
          </a:p>
        </p:txBody>
      </p:sp>
    </p:spTree>
    <p:extLst>
      <p:ext uri="{BB962C8B-B14F-4D97-AF65-F5344CB8AC3E}">
        <p14:creationId xmlns:p14="http://schemas.microsoft.com/office/powerpoint/2010/main" val="10520710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EE4P_STYLE_ID" val="9245cb48-36f6-4855-a0c3-19564cc8b6bc"/>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S.IDo3k_LU0UfgPAw4x6Ag"/>
</p:tagLst>
</file>

<file path=ppt/theme/theme1.xml><?xml version="1.0" encoding="utf-8"?>
<a:theme xmlns:a="http://schemas.openxmlformats.org/drawingml/2006/main" name="2_Office Theme">
  <a:themeElements>
    <a:clrScheme name="EDJ CX">
      <a:dk1>
        <a:srgbClr val="3B3C3F"/>
      </a:dk1>
      <a:lt1>
        <a:srgbClr val="FFFFFF"/>
      </a:lt1>
      <a:dk2>
        <a:srgbClr val="19191A"/>
      </a:dk2>
      <a:lt2>
        <a:srgbClr val="FAD141"/>
      </a:lt2>
      <a:accent1>
        <a:srgbClr val="F1F3F3"/>
      </a:accent1>
      <a:accent2>
        <a:srgbClr val="8BBDD9"/>
      </a:accent2>
      <a:accent3>
        <a:srgbClr val="FF824E"/>
      </a:accent3>
      <a:accent4>
        <a:srgbClr val="665E99"/>
      </a:accent4>
      <a:accent5>
        <a:srgbClr val="00A286"/>
      </a:accent5>
      <a:accent6>
        <a:srgbClr val="CDCCCB"/>
      </a:accent6>
      <a:hlink>
        <a:srgbClr val="0074C9"/>
      </a:hlink>
      <a:folHlink>
        <a:srgbClr val="B7386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GI_Template vF" id="{C4D1D3D5-0F6F-4D49-8266-50DB73F9EB63}" vid="{6483250D-FD2A-8747-86FD-A6DEB024B6B0}"/>
    </a:ext>
  </a:extLst>
</a:theme>
</file>

<file path=ppt/theme/theme2.xml><?xml version="1.0" encoding="utf-8"?>
<a:theme xmlns:a="http://schemas.openxmlformats.org/drawingml/2006/main" name="6_Office Theme">
  <a:themeElements>
    <a:clrScheme name="Custom 1">
      <a:dk1>
        <a:srgbClr val="3B3C3F"/>
      </a:dk1>
      <a:lt1>
        <a:srgbClr val="FFFFFF"/>
      </a:lt1>
      <a:dk2>
        <a:srgbClr val="19191A"/>
      </a:dk2>
      <a:lt2>
        <a:srgbClr val="FAD141"/>
      </a:lt2>
      <a:accent1>
        <a:srgbClr val="F1F3F3"/>
      </a:accent1>
      <a:accent2>
        <a:srgbClr val="8BBDD9"/>
      </a:accent2>
      <a:accent3>
        <a:srgbClr val="FF824E"/>
      </a:accent3>
      <a:accent4>
        <a:srgbClr val="665E99"/>
      </a:accent4>
      <a:accent5>
        <a:srgbClr val="00A286"/>
      </a:accent5>
      <a:accent6>
        <a:srgbClr val="CDCCCB"/>
      </a:accent6>
      <a:hlink>
        <a:srgbClr val="0074C9"/>
      </a:hlink>
      <a:folHlink>
        <a:srgbClr val="B7386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a:noFill/>
        </a:ln>
      </a:spPr>
      <a:bodyPr rtlCol="0" anchor="ctr"/>
      <a:lstStyle>
        <a:defPPr algn="l">
          <a:defRPr sz="1000" dirty="0">
            <a:solidFill>
              <a:schemeClr val="tx2"/>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GI_Template vF" id="{C4D1D3D5-0F6F-4D49-8266-50DB73F9EB63}" vid="{6483250D-FD2A-8747-86FD-A6DEB024B6B0}"/>
    </a:ext>
  </a:extLst>
</a:theme>
</file>

<file path=ppt/theme/theme3.xml><?xml version="1.0" encoding="utf-8"?>
<a:theme xmlns:a="http://schemas.openxmlformats.org/drawingml/2006/main" name="3_Office Theme">
  <a:themeElements>
    <a:clrScheme name="EDJ CX">
      <a:dk1>
        <a:srgbClr val="3B3C3F"/>
      </a:dk1>
      <a:lt1>
        <a:srgbClr val="FFFFFF"/>
      </a:lt1>
      <a:dk2>
        <a:srgbClr val="19191A"/>
      </a:dk2>
      <a:lt2>
        <a:srgbClr val="FAD141"/>
      </a:lt2>
      <a:accent1>
        <a:srgbClr val="F1F3F3"/>
      </a:accent1>
      <a:accent2>
        <a:srgbClr val="8BBDD9"/>
      </a:accent2>
      <a:accent3>
        <a:srgbClr val="FF824E"/>
      </a:accent3>
      <a:accent4>
        <a:srgbClr val="665E99"/>
      </a:accent4>
      <a:accent5>
        <a:srgbClr val="00A286"/>
      </a:accent5>
      <a:accent6>
        <a:srgbClr val="CDCCCB"/>
      </a:accent6>
      <a:hlink>
        <a:srgbClr val="0074C9"/>
      </a:hlink>
      <a:folHlink>
        <a:srgbClr val="B7386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GI_Template vF" id="{C4D1D3D5-0F6F-4D49-8266-50DB73F9EB63}" vid="{6483250D-FD2A-8747-86FD-A6DEB024B6B0}"/>
    </a:ext>
  </a:extLst>
</a:theme>
</file>

<file path=ppt/theme/theme4.xml><?xml version="1.0" encoding="utf-8"?>
<a:theme xmlns:a="http://schemas.openxmlformats.org/drawingml/2006/main" name="4_Office Theme">
  <a:themeElements>
    <a:clrScheme name="EDJ CX">
      <a:dk1>
        <a:srgbClr val="3B3C3F"/>
      </a:dk1>
      <a:lt1>
        <a:srgbClr val="FFFFFF"/>
      </a:lt1>
      <a:dk2>
        <a:srgbClr val="19191A"/>
      </a:dk2>
      <a:lt2>
        <a:srgbClr val="FAD141"/>
      </a:lt2>
      <a:accent1>
        <a:srgbClr val="F1F3F3"/>
      </a:accent1>
      <a:accent2>
        <a:srgbClr val="8BBDD9"/>
      </a:accent2>
      <a:accent3>
        <a:srgbClr val="FF824E"/>
      </a:accent3>
      <a:accent4>
        <a:srgbClr val="665E99"/>
      </a:accent4>
      <a:accent5>
        <a:srgbClr val="00A286"/>
      </a:accent5>
      <a:accent6>
        <a:srgbClr val="CDCCCB"/>
      </a:accent6>
      <a:hlink>
        <a:srgbClr val="0074C9"/>
      </a:hlink>
      <a:folHlink>
        <a:srgbClr val="B7386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GI_Template vF" id="{C4D1D3D5-0F6F-4D49-8266-50DB73F9EB63}" vid="{6483250D-FD2A-8747-86FD-A6DEB024B6B0}"/>
    </a:ext>
  </a:extLst>
</a:theme>
</file>

<file path=ppt/theme/theme5.xml><?xml version="1.0" encoding="utf-8"?>
<a:theme xmlns:a="http://schemas.openxmlformats.org/drawingml/2006/main" name="5_Office Theme">
  <a:themeElements>
    <a:clrScheme name="EDJ CX">
      <a:dk1>
        <a:srgbClr val="3B3C3F"/>
      </a:dk1>
      <a:lt1>
        <a:srgbClr val="FFFFFF"/>
      </a:lt1>
      <a:dk2>
        <a:srgbClr val="19191A"/>
      </a:dk2>
      <a:lt2>
        <a:srgbClr val="FAD141"/>
      </a:lt2>
      <a:accent1>
        <a:srgbClr val="F1F3F3"/>
      </a:accent1>
      <a:accent2>
        <a:srgbClr val="8BBDD9"/>
      </a:accent2>
      <a:accent3>
        <a:srgbClr val="FF824E"/>
      </a:accent3>
      <a:accent4>
        <a:srgbClr val="665E99"/>
      </a:accent4>
      <a:accent5>
        <a:srgbClr val="00A286"/>
      </a:accent5>
      <a:accent6>
        <a:srgbClr val="CDCCCB"/>
      </a:accent6>
      <a:hlink>
        <a:srgbClr val="0074C9"/>
      </a:hlink>
      <a:folHlink>
        <a:srgbClr val="B7386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GI_Template vF" id="{C4D1D3D5-0F6F-4D49-8266-50DB73F9EB63}" vid="{6483250D-FD2A-8747-86FD-A6DEB024B6B0}"/>
    </a:ext>
  </a:extLst>
</a:theme>
</file>

<file path=ppt/theme/theme6.xml><?xml version="1.0" encoding="utf-8"?>
<a:theme xmlns:a="http://schemas.openxmlformats.org/drawingml/2006/main" name="7_Office Theme">
  <a:themeElements>
    <a:clrScheme name="EDJ CX">
      <a:dk1>
        <a:srgbClr val="3B3C3F"/>
      </a:dk1>
      <a:lt1>
        <a:srgbClr val="FFFFFF"/>
      </a:lt1>
      <a:dk2>
        <a:srgbClr val="19191A"/>
      </a:dk2>
      <a:lt2>
        <a:srgbClr val="FAD141"/>
      </a:lt2>
      <a:accent1>
        <a:srgbClr val="F1F3F3"/>
      </a:accent1>
      <a:accent2>
        <a:srgbClr val="8BBDD9"/>
      </a:accent2>
      <a:accent3>
        <a:srgbClr val="FF824E"/>
      </a:accent3>
      <a:accent4>
        <a:srgbClr val="665E99"/>
      </a:accent4>
      <a:accent5>
        <a:srgbClr val="00A286"/>
      </a:accent5>
      <a:accent6>
        <a:srgbClr val="CDCCCB"/>
      </a:accent6>
      <a:hlink>
        <a:srgbClr val="0074C9"/>
      </a:hlink>
      <a:folHlink>
        <a:srgbClr val="B7386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a:noFill/>
        </a:ln>
      </a:spPr>
      <a:bodyPr rtlCol="0" anchor="ctr"/>
      <a:lstStyle>
        <a:defPPr algn="l">
          <a:defRPr sz="1000" dirty="0">
            <a:solidFill>
              <a:schemeClr val="tx2"/>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GI_Template vF" id="{C4D1D3D5-0F6F-4D49-8266-50DB73F9EB63}" vid="{6483250D-FD2A-8747-86FD-A6DEB024B6B0}"/>
    </a:ext>
  </a:extLst>
</a:theme>
</file>

<file path=ppt/theme/theme7.xml><?xml version="1.0" encoding="utf-8"?>
<a:theme xmlns:a="http://schemas.openxmlformats.org/drawingml/2006/main" name="DD Template Aug 2017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id="{B4543C5C-A3F5-40EC-92E6-E0B5EFCAD0CA}" vid="{540D5DE9-AACF-4F06-9757-1B7754C15DC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f27571e-1b32-412a-b1c8-22cb7037002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F85FE350A7C746B0AC0A50AB04956A" ma:contentTypeVersion="8" ma:contentTypeDescription="Create a new document." ma:contentTypeScope="" ma:versionID="13c29a45e2d7871023c7eea87e2efefb">
  <xsd:schema xmlns:xsd="http://www.w3.org/2001/XMLSchema" xmlns:xs="http://www.w3.org/2001/XMLSchema" xmlns:p="http://schemas.microsoft.com/office/2006/metadata/properties" xmlns:ns3="2f27571e-1b32-412a-b1c8-22cb70370026" xmlns:ns4="3656d967-072c-4672-8edd-323af1cf8c2d" targetNamespace="http://schemas.microsoft.com/office/2006/metadata/properties" ma:root="true" ma:fieldsID="d02607222154eaa0008a0352ee9d97d0" ns3:_="" ns4:_="">
    <xsd:import namespace="2f27571e-1b32-412a-b1c8-22cb70370026"/>
    <xsd:import namespace="3656d967-072c-4672-8edd-323af1cf8c2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7571e-1b32-412a-b1c8-22cb703700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56d967-072c-4672-8edd-323af1cf8c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D03CC5-F9B2-4BBC-A242-7FCF00EA3C7B}">
  <ds:schemaRefs>
    <ds:schemaRef ds:uri="http://schemas.microsoft.com/office/2006/documentManagement/types"/>
    <ds:schemaRef ds:uri="http://schemas.microsoft.com/office/2006/metadata/properties"/>
    <ds:schemaRef ds:uri="http://schemas.openxmlformats.org/package/2006/metadata/core-properties"/>
    <ds:schemaRef ds:uri="3656d967-072c-4672-8edd-323af1cf8c2d"/>
    <ds:schemaRef ds:uri="http://purl.org/dc/elements/1.1/"/>
    <ds:schemaRef ds:uri="http://purl.org/dc/dcmitype/"/>
    <ds:schemaRef ds:uri="2f27571e-1b32-412a-b1c8-22cb70370026"/>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68A97D40-1C77-40AB-8980-A980B084C7B9}">
  <ds:schemaRefs>
    <ds:schemaRef ds:uri="http://schemas.microsoft.com/sharepoint/v3/contenttype/forms"/>
  </ds:schemaRefs>
</ds:datastoreItem>
</file>

<file path=customXml/itemProps3.xml><?xml version="1.0" encoding="utf-8"?>
<ds:datastoreItem xmlns:ds="http://schemas.openxmlformats.org/officeDocument/2006/customXml" ds:itemID="{6CABBA19-EBB7-47EA-BCB2-C2D31C4D96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27571e-1b32-412a-b1c8-22cb70370026"/>
    <ds:schemaRef ds:uri="3656d967-072c-4672-8edd-323af1cf8c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
  <TotalTime>721</TotalTime>
  <Words>334</Words>
  <Application>Microsoft Office PowerPoint</Application>
  <PresentationFormat>Widescreen</PresentationFormat>
  <Paragraphs>26</Paragraphs>
  <Slides>1</Slides>
  <Notes>1</Notes>
  <HiddenSlides>0</HiddenSlides>
  <MMClips>0</MMClips>
  <ScaleCrop>false</ScaleCrop>
  <HeadingPairs>
    <vt:vector size="8" baseType="variant">
      <vt:variant>
        <vt:lpstr>Fonts Used</vt:lpstr>
      </vt:variant>
      <vt:variant>
        <vt:i4>10</vt:i4>
      </vt:variant>
      <vt:variant>
        <vt:lpstr>Theme</vt:lpstr>
      </vt:variant>
      <vt:variant>
        <vt:i4>7</vt:i4>
      </vt:variant>
      <vt:variant>
        <vt:lpstr>Embedded OLE Servers</vt:lpstr>
      </vt:variant>
      <vt:variant>
        <vt:i4>1</vt:i4>
      </vt:variant>
      <vt:variant>
        <vt:lpstr>Slide Titles</vt:lpstr>
      </vt:variant>
      <vt:variant>
        <vt:i4>1</vt:i4>
      </vt:variant>
    </vt:vector>
  </HeadingPairs>
  <TitlesOfParts>
    <vt:vector size="19" baseType="lpstr">
      <vt:lpstr>Arial</vt:lpstr>
      <vt:lpstr>Calibri</vt:lpstr>
      <vt:lpstr>Chronicle Display Black</vt:lpstr>
      <vt:lpstr>Frutiger Next Pro Medium</vt:lpstr>
      <vt:lpstr>Montserrat Regular</vt:lpstr>
      <vt:lpstr>Nexa Black</vt:lpstr>
      <vt:lpstr>Open Sans</vt:lpstr>
      <vt:lpstr>Open Sans Light</vt:lpstr>
      <vt:lpstr>Wingdings</vt:lpstr>
      <vt:lpstr>Wingdings 2</vt:lpstr>
      <vt:lpstr>2_Office Theme</vt:lpstr>
      <vt:lpstr>6_Office Theme</vt:lpstr>
      <vt:lpstr>3_Office Theme</vt:lpstr>
      <vt:lpstr>4_Office Theme</vt:lpstr>
      <vt:lpstr>5_Office Theme</vt:lpstr>
      <vt:lpstr>7_Office Theme</vt:lpstr>
      <vt:lpstr>DD Template Aug 2017 16x9</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Raymond.Sood@edwardjones.com</dc:creator>
  <cp:lastModifiedBy>LalitKumar Solanki, Kalpesh</cp:lastModifiedBy>
  <cp:revision>46</cp:revision>
  <cp:lastPrinted>2021-03-23T17:24:47Z</cp:lastPrinted>
  <dcterms:created xsi:type="dcterms:W3CDTF">2021-01-21T19:41:57Z</dcterms:created>
  <dcterms:modified xsi:type="dcterms:W3CDTF">2025-12-03T13:42:01Z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0x0101002DF85FE350A7C746B0AC0A50AB04956A</vt:lpwstr>
  </property>
  <property fmtid="{D5CDD505-2E9C-101B-9397-08002B2CF9AE}" pid="3" name="TaxKeyword">
    <vt:lpwstr/>
  </property>
  <property fmtid="{D5CDD505-2E9C-101B-9397-08002B2CF9AE}" pid="4" name="MSIP_Label_ea60d57e-af5b-4752-ac57-3e4f28ca11dc_Enabled">
    <vt:lpwstr>true</vt:lpwstr>
  </property>
  <property fmtid="{D5CDD505-2E9C-101B-9397-08002B2CF9AE}" pid="5" name="MSIP_Label_ea60d57e-af5b-4752-ac57-3e4f28ca11dc_SetDate">
    <vt:lpwstr>2021-05-07T14:42:05Z</vt:lpwstr>
  </property>
  <property fmtid="{D5CDD505-2E9C-101B-9397-08002B2CF9AE}" pid="6" name="MSIP_Label_ea60d57e-af5b-4752-ac57-3e4f28ca11dc_Method">
    <vt:lpwstr>Standard</vt:lpwstr>
  </property>
  <property fmtid="{D5CDD505-2E9C-101B-9397-08002B2CF9AE}" pid="7" name="MSIP_Label_ea60d57e-af5b-4752-ac57-3e4f28ca11dc_Name">
    <vt:lpwstr>ea60d57e-af5b-4752-ac57-3e4f28ca11dc</vt:lpwstr>
  </property>
  <property fmtid="{D5CDD505-2E9C-101B-9397-08002B2CF9AE}" pid="8" name="MSIP_Label_ea60d57e-af5b-4752-ac57-3e4f28ca11dc_SiteId">
    <vt:lpwstr>36da45f1-dd2c-4d1f-af13-5abe46b99921</vt:lpwstr>
  </property>
  <property fmtid="{D5CDD505-2E9C-101B-9397-08002B2CF9AE}" pid="9" name="MSIP_Label_ea60d57e-af5b-4752-ac57-3e4f28ca11dc_ActionId">
    <vt:lpwstr>08bde41e-bf78-4dc1-a5eb-a833509ddff6</vt:lpwstr>
  </property>
  <property fmtid="{D5CDD505-2E9C-101B-9397-08002B2CF9AE}" pid="10" name="MSIP_Label_ea60d57e-af5b-4752-ac57-3e4f28ca11dc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xd_Signature">
    <vt:bool>false</vt:bool>
  </property>
  <property fmtid="{D5CDD505-2E9C-101B-9397-08002B2CF9AE}" pid="16" name="MediaServiceImageTags">
    <vt:lpwstr/>
  </property>
</Properties>
</file>